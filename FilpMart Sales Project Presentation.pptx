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9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BC7E60-C587-FD4B-AA91-2BE42668C372}" v="624" dt="2025-11-06T02:41:27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5"/>
    <p:restoredTop sz="94733"/>
  </p:normalViewPr>
  <p:slideViewPr>
    <p:cSldViewPr snapToGrid="0">
      <p:cViewPr varScale="1">
        <p:scale>
          <a:sx n="119" d="100"/>
          <a:sy n="119" d="100"/>
        </p:scale>
        <p:origin x="2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v ." userId="517ebc9b-5a76-4003-9b3c-a98d08664bbd" providerId="ADAL" clId="{F659861F-A15D-5394-9866-47331A7A7B4B}"/>
    <pc:docChg chg="undo redo custSel addSld modSld sldOrd">
      <pc:chgData name="Garv ." userId="517ebc9b-5a76-4003-9b3c-a98d08664bbd" providerId="ADAL" clId="{F659861F-A15D-5394-9866-47331A7A7B4B}" dt="2025-11-06T02:44:39.264" v="8198" actId="1076"/>
      <pc:docMkLst>
        <pc:docMk/>
      </pc:docMkLst>
      <pc:sldChg chg="addSp delSp modSp mod addAnim delDesignElem">
        <pc:chgData name="Garv ." userId="517ebc9b-5a76-4003-9b3c-a98d08664bbd" providerId="ADAL" clId="{F659861F-A15D-5394-9866-47331A7A7B4B}" dt="2025-11-04T20:17:33.642" v="197" actId="20577"/>
        <pc:sldMkLst>
          <pc:docMk/>
          <pc:sldMk cId="1166131659" sldId="256"/>
        </pc:sldMkLst>
        <pc:spChg chg="mod ord">
          <ac:chgData name="Garv ." userId="517ebc9b-5a76-4003-9b3c-a98d08664bbd" providerId="ADAL" clId="{F659861F-A15D-5394-9866-47331A7A7B4B}" dt="2025-11-04T20:15:16.888" v="163" actId="1076"/>
          <ac:spMkLst>
            <pc:docMk/>
            <pc:sldMk cId="1166131659" sldId="256"/>
            <ac:spMk id="2" creationId="{63E0B2A9-8AD4-847D-E2D0-5D5C5922FACD}"/>
          </ac:spMkLst>
        </pc:spChg>
        <pc:spChg chg="add mod">
          <ac:chgData name="Garv ." userId="517ebc9b-5a76-4003-9b3c-a98d08664bbd" providerId="ADAL" clId="{F659861F-A15D-5394-9866-47331A7A7B4B}" dt="2025-11-04T20:16:11.450" v="177" actId="115"/>
          <ac:spMkLst>
            <pc:docMk/>
            <pc:sldMk cId="1166131659" sldId="256"/>
            <ac:spMk id="5" creationId="{669E322E-7B02-140E-29B0-906888488597}"/>
          </ac:spMkLst>
        </pc:spChg>
        <pc:spChg chg="add del">
          <ac:chgData name="Garv ." userId="517ebc9b-5a76-4003-9b3c-a98d08664bbd" providerId="ADAL" clId="{F659861F-A15D-5394-9866-47331A7A7B4B}" dt="2025-11-04T20:06:51.674" v="48"/>
          <ac:spMkLst>
            <pc:docMk/>
            <pc:sldMk cId="1166131659" sldId="256"/>
            <ac:spMk id="13" creationId="{66D61E08-70C3-48D8-BEA0-787111DC30DA}"/>
          </ac:spMkLst>
        </pc:spChg>
        <pc:spChg chg="add del">
          <ac:chgData name="Garv ." userId="517ebc9b-5a76-4003-9b3c-a98d08664bbd" providerId="ADAL" clId="{F659861F-A15D-5394-9866-47331A7A7B4B}" dt="2025-11-04T20:06:51.674" v="48"/>
          <ac:spMkLst>
            <pc:docMk/>
            <pc:sldMk cId="1166131659" sldId="256"/>
            <ac:spMk id="15" creationId="{FC55298F-0AE5-478E-AD2B-03C2614C5833}"/>
          </ac:spMkLst>
        </pc:spChg>
        <pc:spChg chg="add del">
          <ac:chgData name="Garv ." userId="517ebc9b-5a76-4003-9b3c-a98d08664bbd" providerId="ADAL" clId="{F659861F-A15D-5394-9866-47331A7A7B4B}" dt="2025-11-04T20:06:51.674" v="48"/>
          <ac:spMkLst>
            <pc:docMk/>
            <pc:sldMk cId="1166131659" sldId="256"/>
            <ac:spMk id="17" creationId="{C180E4EA-0B63-4779-A895-7E90E71088F3}"/>
          </ac:spMkLst>
        </pc:spChg>
        <pc:spChg chg="add del">
          <ac:chgData name="Garv ." userId="517ebc9b-5a76-4003-9b3c-a98d08664bbd" providerId="ADAL" clId="{F659861F-A15D-5394-9866-47331A7A7B4B}" dt="2025-11-04T20:06:51.674" v="48"/>
          <ac:spMkLst>
            <pc:docMk/>
            <pc:sldMk cId="1166131659" sldId="256"/>
            <ac:spMk id="19" creationId="{CEE01D9D-3DE8-4EED-B0D3-8F3C79CC7673}"/>
          </ac:spMkLst>
        </pc:spChg>
        <pc:spChg chg="add del">
          <ac:chgData name="Garv ." userId="517ebc9b-5a76-4003-9b3c-a98d08664bbd" providerId="ADAL" clId="{F659861F-A15D-5394-9866-47331A7A7B4B}" dt="2025-11-04T20:06:51.674" v="48"/>
          <ac:spMkLst>
            <pc:docMk/>
            <pc:sldMk cId="1166131659" sldId="256"/>
            <ac:spMk id="21" creationId="{89AF5CE9-607F-43F4-8983-DCD6DA4051FD}"/>
          </ac:spMkLst>
        </pc:spChg>
        <pc:spChg chg="add mod">
          <ac:chgData name="Garv ." userId="517ebc9b-5a76-4003-9b3c-a98d08664bbd" providerId="ADAL" clId="{F659861F-A15D-5394-9866-47331A7A7B4B}" dt="2025-11-04T20:17:33.642" v="197" actId="20577"/>
          <ac:spMkLst>
            <pc:docMk/>
            <pc:sldMk cId="1166131659" sldId="256"/>
            <ac:spMk id="22" creationId="{6A7EB8C3-13E9-A202-78AB-ED04EC90C7F4}"/>
          </ac:spMkLst>
        </pc:spChg>
        <pc:spChg chg="add del">
          <ac:chgData name="Garv ." userId="517ebc9b-5a76-4003-9b3c-a98d08664bbd" providerId="ADAL" clId="{F659861F-A15D-5394-9866-47331A7A7B4B}" dt="2025-11-04T20:06:51.674" v="48"/>
          <ac:spMkLst>
            <pc:docMk/>
            <pc:sldMk cId="1166131659" sldId="256"/>
            <ac:spMk id="23" creationId="{6EEA2DBD-9E1E-4521-8C01-F32AD18A89E3}"/>
          </ac:spMkLst>
        </pc:spChg>
        <pc:spChg chg="add del">
          <ac:chgData name="Garv ." userId="517ebc9b-5a76-4003-9b3c-a98d08664bbd" providerId="ADAL" clId="{F659861F-A15D-5394-9866-47331A7A7B4B}" dt="2025-11-04T20:06:51.674" v="48"/>
          <ac:spMkLst>
            <pc:docMk/>
            <pc:sldMk cId="1166131659" sldId="256"/>
            <ac:spMk id="25" creationId="{15BBD2C1-BA9B-46A9-A27A-33498B169272}"/>
          </ac:spMkLst>
        </pc:spChg>
        <pc:picChg chg="mod">
          <ac:chgData name="Garv ." userId="517ebc9b-5a76-4003-9b3c-a98d08664bbd" providerId="ADAL" clId="{F659861F-A15D-5394-9866-47331A7A7B4B}" dt="2025-11-04T20:06:49.066" v="46" actId="26606"/>
          <ac:picMkLst>
            <pc:docMk/>
            <pc:sldMk cId="1166131659" sldId="256"/>
            <ac:picMk id="4" creationId="{C757567E-A1A0-512F-9C28-6B004D3E3577}"/>
          </ac:picMkLst>
        </pc:picChg>
        <pc:cxnChg chg="add del">
          <ac:chgData name="Garv ." userId="517ebc9b-5a76-4003-9b3c-a98d08664bbd" providerId="ADAL" clId="{F659861F-A15D-5394-9866-47331A7A7B4B}" dt="2025-11-04T20:06:51.674" v="48"/>
          <ac:cxnSpMkLst>
            <pc:docMk/>
            <pc:sldMk cId="1166131659" sldId="256"/>
            <ac:cxnSpMk id="9" creationId="{A57C1A16-B8AB-4D99-A195-A38F556A6486}"/>
          </ac:cxnSpMkLst>
        </pc:cxnChg>
        <pc:cxnChg chg="add del">
          <ac:chgData name="Garv ." userId="517ebc9b-5a76-4003-9b3c-a98d08664bbd" providerId="ADAL" clId="{F659861F-A15D-5394-9866-47331A7A7B4B}" dt="2025-11-04T20:06:51.674" v="48"/>
          <ac:cxnSpMkLst>
            <pc:docMk/>
            <pc:sldMk cId="1166131659" sldId="256"/>
            <ac:cxnSpMk id="11" creationId="{F8A9B20B-D1DD-4573-B5EC-558029519236}"/>
          </ac:cxnSpMkLst>
        </pc:cxnChg>
      </pc:sldChg>
      <pc:sldChg chg="addSp delSp modSp mod setBg setClrOvrMap delDesignElem">
        <pc:chgData name="Garv ." userId="517ebc9b-5a76-4003-9b3c-a98d08664bbd" providerId="ADAL" clId="{F659861F-A15D-5394-9866-47331A7A7B4B}" dt="2025-11-04T22:30:13.214" v="4709" actId="1076"/>
        <pc:sldMkLst>
          <pc:docMk/>
          <pc:sldMk cId="3051312019" sldId="257"/>
        </pc:sldMkLst>
        <pc:spChg chg="mod">
          <ac:chgData name="Garv ." userId="517ebc9b-5a76-4003-9b3c-a98d08664bbd" providerId="ADAL" clId="{F659861F-A15D-5394-9866-47331A7A7B4B}" dt="2025-11-04T20:34:46.241" v="1056" actId="115"/>
          <ac:spMkLst>
            <pc:docMk/>
            <pc:sldMk cId="3051312019" sldId="257"/>
            <ac:spMk id="2" creationId="{8D7DA519-E1AB-5697-605B-C0A53FF0E5CC}"/>
          </ac:spMkLst>
        </pc:spChg>
        <pc:spChg chg="add del mod">
          <ac:chgData name="Garv ." userId="517ebc9b-5a76-4003-9b3c-a98d08664bbd" providerId="ADAL" clId="{F659861F-A15D-5394-9866-47331A7A7B4B}" dt="2025-11-04T22:30:13.214" v="4709" actId="1076"/>
          <ac:spMkLst>
            <pc:docMk/>
            <pc:sldMk cId="3051312019" sldId="257"/>
            <ac:spMk id="61" creationId="{CEF980C8-DB76-6BF8-834A-6D71ABC65F1A}"/>
          </ac:spMkLst>
        </pc:spChg>
      </pc:sldChg>
      <pc:sldChg chg="addSp modSp mod">
        <pc:chgData name="Garv ." userId="517ebc9b-5a76-4003-9b3c-a98d08664bbd" providerId="ADAL" clId="{F659861F-A15D-5394-9866-47331A7A7B4B}" dt="2025-11-04T20:53:29.421" v="1433" actId="20577"/>
        <pc:sldMkLst>
          <pc:docMk/>
          <pc:sldMk cId="1985501202" sldId="258"/>
        </pc:sldMkLst>
        <pc:spChg chg="mod">
          <ac:chgData name="Garv ." userId="517ebc9b-5a76-4003-9b3c-a98d08664bbd" providerId="ADAL" clId="{F659861F-A15D-5394-9866-47331A7A7B4B}" dt="2025-11-04T20:49:28.526" v="1118" actId="1076"/>
          <ac:spMkLst>
            <pc:docMk/>
            <pc:sldMk cId="1985501202" sldId="258"/>
            <ac:spMk id="2" creationId="{AC730B15-260F-AFA3-4F88-96A6E86E22A8}"/>
          </ac:spMkLst>
        </pc:spChg>
        <pc:spChg chg="mod">
          <ac:chgData name="Garv ." userId="517ebc9b-5a76-4003-9b3c-a98d08664bbd" providerId="ADAL" clId="{F659861F-A15D-5394-9866-47331A7A7B4B}" dt="2025-11-04T20:53:29.421" v="1433" actId="20577"/>
          <ac:spMkLst>
            <pc:docMk/>
            <pc:sldMk cId="1985501202" sldId="258"/>
            <ac:spMk id="3" creationId="{773925F1-1650-6B9F-711E-58439825E1C0}"/>
          </ac:spMkLst>
        </pc:spChg>
      </pc:sldChg>
      <pc:sldChg chg="addSp modSp new mod">
        <pc:chgData name="Garv ." userId="517ebc9b-5a76-4003-9b3c-a98d08664bbd" providerId="ADAL" clId="{F659861F-A15D-5394-9866-47331A7A7B4B}" dt="2025-11-04T22:32:21.447" v="4723" actId="20577"/>
        <pc:sldMkLst>
          <pc:docMk/>
          <pc:sldMk cId="3927934442" sldId="259"/>
        </pc:sldMkLst>
        <pc:spChg chg="mod">
          <ac:chgData name="Garv ." userId="517ebc9b-5a76-4003-9b3c-a98d08664bbd" providerId="ADAL" clId="{F659861F-A15D-5394-9866-47331A7A7B4B}" dt="2025-11-04T21:26:51.085" v="2288" actId="1076"/>
          <ac:spMkLst>
            <pc:docMk/>
            <pc:sldMk cId="3927934442" sldId="259"/>
            <ac:spMk id="2" creationId="{8CB44457-1DD9-3743-E300-9F20B6AB14BE}"/>
          </ac:spMkLst>
        </pc:spChg>
        <pc:spChg chg="mod">
          <ac:chgData name="Garv ." userId="517ebc9b-5a76-4003-9b3c-a98d08664bbd" providerId="ADAL" clId="{F659861F-A15D-5394-9866-47331A7A7B4B}" dt="2025-11-04T22:32:21.447" v="4723" actId="20577"/>
          <ac:spMkLst>
            <pc:docMk/>
            <pc:sldMk cId="3927934442" sldId="259"/>
            <ac:spMk id="3" creationId="{1AB97292-4104-4141-4513-28F776DFB186}"/>
          </ac:spMkLst>
        </pc:spChg>
      </pc:sldChg>
      <pc:sldChg chg="addSp modSp new mod ord">
        <pc:chgData name="Garv ." userId="517ebc9b-5a76-4003-9b3c-a98d08664bbd" providerId="ADAL" clId="{F659861F-A15D-5394-9866-47331A7A7B4B}" dt="2025-11-04T22:09:52.466" v="2686" actId="20578"/>
        <pc:sldMkLst>
          <pc:docMk/>
          <pc:sldMk cId="3394335116" sldId="260"/>
        </pc:sldMkLst>
        <pc:spChg chg="mod">
          <ac:chgData name="Garv ." userId="517ebc9b-5a76-4003-9b3c-a98d08664bbd" providerId="ADAL" clId="{F659861F-A15D-5394-9866-47331A7A7B4B}" dt="2025-11-04T22:04:14.362" v="2312" actId="1076"/>
          <ac:spMkLst>
            <pc:docMk/>
            <pc:sldMk cId="3394335116" sldId="260"/>
            <ac:spMk id="2" creationId="{30733C96-5936-1B3E-14C8-2E85AB6A02EA}"/>
          </ac:spMkLst>
        </pc:spChg>
        <pc:spChg chg="mod">
          <ac:chgData name="Garv ." userId="517ebc9b-5a76-4003-9b3c-a98d08664bbd" providerId="ADAL" clId="{F659861F-A15D-5394-9866-47331A7A7B4B}" dt="2025-11-04T22:09:42.043" v="2685" actId="14100"/>
          <ac:spMkLst>
            <pc:docMk/>
            <pc:sldMk cId="3394335116" sldId="260"/>
            <ac:spMk id="3" creationId="{3E37FEEA-C525-6203-8489-119FCC59C2AE}"/>
          </ac:spMkLst>
        </pc:spChg>
      </pc:sldChg>
      <pc:sldChg chg="addSp delSp modSp new mod">
        <pc:chgData name="Garv ." userId="517ebc9b-5a76-4003-9b3c-a98d08664bbd" providerId="ADAL" clId="{F659861F-A15D-5394-9866-47331A7A7B4B}" dt="2025-11-04T22:30:37.525" v="4710" actId="14861"/>
        <pc:sldMkLst>
          <pc:docMk/>
          <pc:sldMk cId="1395480925" sldId="261"/>
        </pc:sldMkLst>
        <pc:spChg chg="mod">
          <ac:chgData name="Garv ." userId="517ebc9b-5a76-4003-9b3c-a98d08664bbd" providerId="ADAL" clId="{F659861F-A15D-5394-9866-47331A7A7B4B}" dt="2025-11-04T22:21:57.623" v="3190" actId="1076"/>
          <ac:spMkLst>
            <pc:docMk/>
            <pc:sldMk cId="1395480925" sldId="261"/>
            <ac:spMk id="2" creationId="{12C2A516-04FF-BD11-7307-D6FD9F51D967}"/>
          </ac:spMkLst>
        </pc:spChg>
        <pc:spChg chg="add del mod">
          <ac:chgData name="Garv ." userId="517ebc9b-5a76-4003-9b3c-a98d08664bbd" providerId="ADAL" clId="{F659861F-A15D-5394-9866-47331A7A7B4B}" dt="2025-11-04T22:23:01.657" v="3219" actId="113"/>
          <ac:spMkLst>
            <pc:docMk/>
            <pc:sldMk cId="1395480925" sldId="261"/>
            <ac:spMk id="3" creationId="{F5098B20-9EF7-B025-59A0-9909DFBE8E0B}"/>
          </ac:spMkLst>
        </pc:spChg>
        <pc:picChg chg="add mod">
          <ac:chgData name="Garv ." userId="517ebc9b-5a76-4003-9b3c-a98d08664bbd" providerId="ADAL" clId="{F659861F-A15D-5394-9866-47331A7A7B4B}" dt="2025-11-04T22:30:37.525" v="4710" actId="14861"/>
          <ac:picMkLst>
            <pc:docMk/>
            <pc:sldMk cId="1395480925" sldId="261"/>
            <ac:picMk id="6" creationId="{730B5DF2-1B41-0105-99A8-21DEB5652BDA}"/>
          </ac:picMkLst>
        </pc:picChg>
      </pc:sldChg>
      <pc:sldChg chg="addSp delSp modSp new mod">
        <pc:chgData name="Garv ." userId="517ebc9b-5a76-4003-9b3c-a98d08664bbd" providerId="ADAL" clId="{F659861F-A15D-5394-9866-47331A7A7B4B}" dt="2025-11-05T19:38:07.712" v="5630" actId="1076"/>
        <pc:sldMkLst>
          <pc:docMk/>
          <pc:sldMk cId="3904623395" sldId="262"/>
        </pc:sldMkLst>
        <pc:spChg chg="mod">
          <ac:chgData name="Garv ." userId="517ebc9b-5a76-4003-9b3c-a98d08664bbd" providerId="ADAL" clId="{F659861F-A15D-5394-9866-47331A7A7B4B}" dt="2025-11-05T19:09:15.404" v="4816" actId="1076"/>
          <ac:spMkLst>
            <pc:docMk/>
            <pc:sldMk cId="3904623395" sldId="262"/>
            <ac:spMk id="2" creationId="{CCA180C8-7E4D-B6CB-AE8B-ED89D253C3DE}"/>
          </ac:spMkLst>
        </pc:spChg>
        <pc:spChg chg="add del mod">
          <ac:chgData name="Garv ." userId="517ebc9b-5a76-4003-9b3c-a98d08664bbd" providerId="ADAL" clId="{F659861F-A15D-5394-9866-47331A7A7B4B}" dt="2025-11-05T19:37:51.828" v="5627" actId="1076"/>
          <ac:spMkLst>
            <pc:docMk/>
            <pc:sldMk cId="3904623395" sldId="262"/>
            <ac:spMk id="3" creationId="{251E075C-F7BD-590F-8422-22B0ABF57723}"/>
          </ac:spMkLst>
        </pc:spChg>
        <pc:spChg chg="add del mod">
          <ac:chgData name="Garv ." userId="517ebc9b-5a76-4003-9b3c-a98d08664bbd" providerId="ADAL" clId="{F659861F-A15D-5394-9866-47331A7A7B4B}" dt="2025-11-05T19:11:16.420" v="4837" actId="478"/>
          <ac:spMkLst>
            <pc:docMk/>
            <pc:sldMk cId="3904623395" sldId="262"/>
            <ac:spMk id="4" creationId="{BE9C1621-A7D4-845E-028C-CE9FAF9C2558}"/>
          </ac:spMkLst>
        </pc:spChg>
        <pc:spChg chg="add del mod">
          <ac:chgData name="Garv ." userId="517ebc9b-5a76-4003-9b3c-a98d08664bbd" providerId="ADAL" clId="{F659861F-A15D-5394-9866-47331A7A7B4B}" dt="2025-11-05T19:11:16.427" v="4839"/>
          <ac:spMkLst>
            <pc:docMk/>
            <pc:sldMk cId="3904623395" sldId="262"/>
            <ac:spMk id="20" creationId="{812A93CD-A885-3DD3-DAD5-EEFDDE9485A2}"/>
          </ac:spMkLst>
        </pc:spChg>
        <pc:spChg chg="add del mod">
          <ac:chgData name="Garv ." userId="517ebc9b-5a76-4003-9b3c-a98d08664bbd" providerId="ADAL" clId="{F659861F-A15D-5394-9866-47331A7A7B4B}" dt="2025-11-05T19:11:20.920" v="4843"/>
          <ac:spMkLst>
            <pc:docMk/>
            <pc:sldMk cId="3904623395" sldId="262"/>
            <ac:spMk id="21" creationId="{E449D102-D7C0-4553-97DC-C39D5EF2D5F0}"/>
          </ac:spMkLst>
        </pc:spChg>
        <pc:spChg chg="add del mod">
          <ac:chgData name="Garv ." userId="517ebc9b-5a76-4003-9b3c-a98d08664bbd" providerId="ADAL" clId="{F659861F-A15D-5394-9866-47331A7A7B4B}" dt="2025-11-05T19:11:22.786" v="4845"/>
          <ac:spMkLst>
            <pc:docMk/>
            <pc:sldMk cId="3904623395" sldId="262"/>
            <ac:spMk id="22" creationId="{B69356E5-3B16-8245-C4F8-EEA436866756}"/>
          </ac:spMkLst>
        </pc:spChg>
        <pc:spChg chg="add mod">
          <ac:chgData name="Garv ." userId="517ebc9b-5a76-4003-9b3c-a98d08664bbd" providerId="ADAL" clId="{F659861F-A15D-5394-9866-47331A7A7B4B}" dt="2025-11-05T19:38:07.712" v="5630" actId="1076"/>
          <ac:spMkLst>
            <pc:docMk/>
            <pc:sldMk cId="3904623395" sldId="262"/>
            <ac:spMk id="23" creationId="{13E3CC84-120B-2FE0-E672-D41D83FAC570}"/>
          </ac:spMkLst>
        </pc:spChg>
        <pc:spChg chg="add">
          <ac:chgData name="Garv ." userId="517ebc9b-5a76-4003-9b3c-a98d08664bbd" providerId="ADAL" clId="{F659861F-A15D-5394-9866-47331A7A7B4B}" dt="2025-11-05T19:22:32.933" v="5135"/>
          <ac:spMkLst>
            <pc:docMk/>
            <pc:sldMk cId="3904623395" sldId="262"/>
            <ac:spMk id="24" creationId="{9DEDC65E-6E6A-387F-40C8-0E3C4B770ECB}"/>
          </ac:spMkLst>
        </pc:spChg>
        <pc:picChg chg="add del mod ord">
          <ac:chgData name="Garv ." userId="517ebc9b-5a76-4003-9b3c-a98d08664bbd" providerId="ADAL" clId="{F659861F-A15D-5394-9866-47331A7A7B4B}" dt="2025-11-05T19:04:08.287" v="4742" actId="34307"/>
          <ac:picMkLst>
            <pc:docMk/>
            <pc:sldMk cId="3904623395" sldId="262"/>
            <ac:picMk id="5" creationId="{E5387C2C-458A-0AD9-4D8A-AEF6787861E2}"/>
          </ac:picMkLst>
        </pc:picChg>
        <pc:picChg chg="add mod">
          <ac:chgData name="Garv ." userId="517ebc9b-5a76-4003-9b3c-a98d08664bbd" providerId="ADAL" clId="{F659861F-A15D-5394-9866-47331A7A7B4B}" dt="2025-11-05T19:37:28.178" v="5622" actId="1076"/>
          <ac:picMkLst>
            <pc:docMk/>
            <pc:sldMk cId="3904623395" sldId="262"/>
            <ac:picMk id="7" creationId="{1D779157-5AE6-B8F7-C5A3-C4A2F9ED2288}"/>
          </ac:picMkLst>
        </pc:picChg>
        <pc:picChg chg="add del mod">
          <ac:chgData name="Garv ." userId="517ebc9b-5a76-4003-9b3c-a98d08664bbd" providerId="ADAL" clId="{F659861F-A15D-5394-9866-47331A7A7B4B}" dt="2025-11-05T19:06:53.178" v="4787" actId="478"/>
          <ac:picMkLst>
            <pc:docMk/>
            <pc:sldMk cId="3904623395" sldId="262"/>
            <ac:picMk id="9" creationId="{D0C83134-B6AE-D0B9-5B10-193322178BEA}"/>
          </ac:picMkLst>
        </pc:picChg>
        <pc:picChg chg="add del mod">
          <ac:chgData name="Garv ." userId="517ebc9b-5a76-4003-9b3c-a98d08664bbd" providerId="ADAL" clId="{F659861F-A15D-5394-9866-47331A7A7B4B}" dt="2025-11-05T19:07:56.326" v="4798" actId="478"/>
          <ac:picMkLst>
            <pc:docMk/>
            <pc:sldMk cId="3904623395" sldId="262"/>
            <ac:picMk id="11" creationId="{7231C198-8133-BB6E-62E0-D201E8201270}"/>
          </ac:picMkLst>
        </pc:picChg>
        <pc:picChg chg="add del mod">
          <ac:chgData name="Garv ." userId="517ebc9b-5a76-4003-9b3c-a98d08664bbd" providerId="ADAL" clId="{F659861F-A15D-5394-9866-47331A7A7B4B}" dt="2025-11-05T19:08:24.520" v="4804" actId="478"/>
          <ac:picMkLst>
            <pc:docMk/>
            <pc:sldMk cId="3904623395" sldId="262"/>
            <ac:picMk id="13" creationId="{79280306-67E3-6173-73CE-F1C3DEB9CAFE}"/>
          </ac:picMkLst>
        </pc:picChg>
        <pc:picChg chg="add del mod">
          <ac:chgData name="Garv ." userId="517ebc9b-5a76-4003-9b3c-a98d08664bbd" providerId="ADAL" clId="{F659861F-A15D-5394-9866-47331A7A7B4B}" dt="2025-11-05T19:08:22.672" v="4802" actId="478"/>
          <ac:picMkLst>
            <pc:docMk/>
            <pc:sldMk cId="3904623395" sldId="262"/>
            <ac:picMk id="15" creationId="{DAC5964F-E88E-0872-0C0E-56598EC13094}"/>
          </ac:picMkLst>
        </pc:picChg>
        <pc:picChg chg="add mod">
          <ac:chgData name="Garv ." userId="517ebc9b-5a76-4003-9b3c-a98d08664bbd" providerId="ADAL" clId="{F659861F-A15D-5394-9866-47331A7A7B4B}" dt="2025-11-05T19:29:29.099" v="5476" actId="14100"/>
          <ac:picMkLst>
            <pc:docMk/>
            <pc:sldMk cId="3904623395" sldId="262"/>
            <ac:picMk id="17" creationId="{F5F0C077-9CEC-33CB-9EC3-745927251208}"/>
          </ac:picMkLst>
        </pc:picChg>
        <pc:picChg chg="add del mod">
          <ac:chgData name="Garv ." userId="517ebc9b-5a76-4003-9b3c-a98d08664bbd" providerId="ADAL" clId="{F659861F-A15D-5394-9866-47331A7A7B4B}" dt="2025-11-05T19:10:20.655" v="4828" actId="478"/>
          <ac:picMkLst>
            <pc:docMk/>
            <pc:sldMk cId="3904623395" sldId="262"/>
            <ac:picMk id="19" creationId="{C2F9D490-0D26-6BB7-B80A-9C2B92F4A981}"/>
          </ac:picMkLst>
        </pc:picChg>
      </pc:sldChg>
      <pc:sldChg chg="addSp delSp modSp new mod setBg">
        <pc:chgData name="Garv ." userId="517ebc9b-5a76-4003-9b3c-a98d08664bbd" providerId="ADAL" clId="{F659861F-A15D-5394-9866-47331A7A7B4B}" dt="2025-11-06T01:46:41.631" v="7617" actId="120"/>
        <pc:sldMkLst>
          <pc:docMk/>
          <pc:sldMk cId="3123331038" sldId="263"/>
        </pc:sldMkLst>
        <pc:spChg chg="mod">
          <ac:chgData name="Garv ." userId="517ebc9b-5a76-4003-9b3c-a98d08664bbd" providerId="ADAL" clId="{F659861F-A15D-5394-9866-47331A7A7B4B}" dt="2025-11-06T01:40:58.407" v="7110" actId="1076"/>
          <ac:spMkLst>
            <pc:docMk/>
            <pc:sldMk cId="3123331038" sldId="263"/>
            <ac:spMk id="2" creationId="{69442D95-44A2-4770-FFBF-4CBE27C27A5B}"/>
          </ac:spMkLst>
        </pc:spChg>
        <pc:spChg chg="add del mod ord">
          <ac:chgData name="Garv ." userId="517ebc9b-5a76-4003-9b3c-a98d08664bbd" providerId="ADAL" clId="{F659861F-A15D-5394-9866-47331A7A7B4B}" dt="2025-11-06T01:34:47.541" v="7069" actId="26606"/>
          <ac:spMkLst>
            <pc:docMk/>
            <pc:sldMk cId="3123331038" sldId="263"/>
            <ac:spMk id="3" creationId="{97195CEC-0718-977F-F85D-6FF33FB03C78}"/>
          </ac:spMkLst>
        </pc:spChg>
        <pc:spChg chg="add">
          <ac:chgData name="Garv ." userId="517ebc9b-5a76-4003-9b3c-a98d08664bbd" providerId="ADAL" clId="{F659861F-A15D-5394-9866-47331A7A7B4B}" dt="2025-11-05T19:50:41.247" v="5650"/>
          <ac:spMkLst>
            <pc:docMk/>
            <pc:sldMk cId="3123331038" sldId="263"/>
            <ac:spMk id="4" creationId="{8E610E12-2E12-31CB-B1C8-98A976F778BB}"/>
          </ac:spMkLst>
        </pc:spChg>
        <pc:spChg chg="add">
          <ac:chgData name="Garv ." userId="517ebc9b-5a76-4003-9b3c-a98d08664bbd" providerId="ADAL" clId="{F659861F-A15D-5394-9866-47331A7A7B4B}" dt="2025-11-05T19:50:58.448" v="5653"/>
          <ac:spMkLst>
            <pc:docMk/>
            <pc:sldMk cId="3123331038" sldId="263"/>
            <ac:spMk id="5" creationId="{687DED6F-3967-5870-44B7-55E2721D484A}"/>
          </ac:spMkLst>
        </pc:spChg>
        <pc:spChg chg="add">
          <ac:chgData name="Garv ." userId="517ebc9b-5a76-4003-9b3c-a98d08664bbd" providerId="ADAL" clId="{F659861F-A15D-5394-9866-47331A7A7B4B}" dt="2025-11-05T19:51:06.264" v="5654"/>
          <ac:spMkLst>
            <pc:docMk/>
            <pc:sldMk cId="3123331038" sldId="263"/>
            <ac:spMk id="6" creationId="{9450C284-FD4A-AC24-728D-B215C2D2A786}"/>
          </ac:spMkLst>
        </pc:spChg>
        <pc:spChg chg="add del">
          <ac:chgData name="Garv ." userId="517ebc9b-5a76-4003-9b3c-a98d08664bbd" providerId="ADAL" clId="{F659861F-A15D-5394-9866-47331A7A7B4B}" dt="2025-11-05T19:51:12.567" v="5660" actId="478"/>
          <ac:spMkLst>
            <pc:docMk/>
            <pc:sldMk cId="3123331038" sldId="263"/>
            <ac:spMk id="7" creationId="{B3E80F9F-AD9F-2445-07FC-F9D3EEEF7E01}"/>
          </ac:spMkLst>
        </pc:spChg>
        <pc:spChg chg="add mod">
          <ac:chgData name="Garv ." userId="517ebc9b-5a76-4003-9b3c-a98d08664bbd" providerId="ADAL" clId="{F659861F-A15D-5394-9866-47331A7A7B4B}" dt="2025-11-05T19:51:10.162" v="5659" actId="478"/>
          <ac:spMkLst>
            <pc:docMk/>
            <pc:sldMk cId="3123331038" sldId="263"/>
            <ac:spMk id="8" creationId="{4FF2058F-BD3A-8164-CFA4-BDC81C60B7EF}"/>
          </ac:spMkLst>
        </pc:spChg>
        <pc:spChg chg="add del">
          <ac:chgData name="Garv ." userId="517ebc9b-5a76-4003-9b3c-a98d08664bbd" providerId="ADAL" clId="{F659861F-A15D-5394-9866-47331A7A7B4B}" dt="2025-11-06T01:38:54.470" v="7082" actId="26606"/>
          <ac:spMkLst>
            <pc:docMk/>
            <pc:sldMk cId="3123331038" sldId="263"/>
            <ac:spMk id="16" creationId="{601DBFE7-59F3-41F8-BC4E-83FB08639B9C}"/>
          </ac:spMkLst>
        </pc:spChg>
        <pc:spChg chg="add del">
          <ac:chgData name="Garv ." userId="517ebc9b-5a76-4003-9b3c-a98d08664bbd" providerId="ADAL" clId="{F659861F-A15D-5394-9866-47331A7A7B4B}" dt="2025-11-05T20:02:26.918" v="6227" actId="26606"/>
          <ac:spMkLst>
            <pc:docMk/>
            <pc:sldMk cId="3123331038" sldId="263"/>
            <ac:spMk id="19" creationId="{A912E26A-2737-4A42-92C0-4ED8933C8AF6}"/>
          </ac:spMkLst>
        </pc:spChg>
        <pc:spChg chg="add del">
          <ac:chgData name="Garv ." userId="517ebc9b-5a76-4003-9b3c-a98d08664bbd" providerId="ADAL" clId="{F659861F-A15D-5394-9866-47331A7A7B4B}" dt="2025-11-06T01:38:54.470" v="7082" actId="26606"/>
          <ac:spMkLst>
            <pc:docMk/>
            <pc:sldMk cId="3123331038" sldId="263"/>
            <ac:spMk id="25" creationId="{AB636136-2572-47F5-B45E-4AE6AD8673D3}"/>
          </ac:spMkLst>
        </pc:spChg>
        <pc:spChg chg="add">
          <ac:chgData name="Garv ." userId="517ebc9b-5a76-4003-9b3c-a98d08664bbd" providerId="ADAL" clId="{F659861F-A15D-5394-9866-47331A7A7B4B}" dt="2025-11-06T01:38:54.470" v="7082" actId="26606"/>
          <ac:spMkLst>
            <pc:docMk/>
            <pc:sldMk cId="3123331038" sldId="263"/>
            <ac:spMk id="34" creationId="{601DBFE7-59F3-41F8-BC4E-83FB08639B9C}"/>
          </ac:spMkLst>
        </pc:spChg>
        <pc:spChg chg="add">
          <ac:chgData name="Garv ." userId="517ebc9b-5a76-4003-9b3c-a98d08664bbd" providerId="ADAL" clId="{F659861F-A15D-5394-9866-47331A7A7B4B}" dt="2025-11-06T01:38:54.470" v="7082" actId="26606"/>
          <ac:spMkLst>
            <pc:docMk/>
            <pc:sldMk cId="3123331038" sldId="263"/>
            <ac:spMk id="40" creationId="{AB636136-2572-47F5-B45E-4AE6AD8673D3}"/>
          </ac:spMkLst>
        </pc:spChg>
        <pc:graphicFrameChg chg="add del">
          <ac:chgData name="Garv ." userId="517ebc9b-5a76-4003-9b3c-a98d08664bbd" providerId="ADAL" clId="{F659861F-A15D-5394-9866-47331A7A7B4B}" dt="2025-11-06T01:34:47.523" v="7068" actId="26606"/>
          <ac:graphicFrameMkLst>
            <pc:docMk/>
            <pc:sldMk cId="3123331038" sldId="263"/>
            <ac:graphicFrameMk id="27" creationId="{1633484F-33C8-CD06-F576-1F04E0DCB568}"/>
          </ac:graphicFrameMkLst>
        </pc:graphicFrameChg>
        <pc:graphicFrameChg chg="add mod ord modGraphic">
          <ac:chgData name="Garv ." userId="517ebc9b-5a76-4003-9b3c-a98d08664bbd" providerId="ADAL" clId="{F659861F-A15D-5394-9866-47331A7A7B4B}" dt="2025-11-06T01:46:41.631" v="7617" actId="120"/>
          <ac:graphicFrameMkLst>
            <pc:docMk/>
            <pc:sldMk cId="3123331038" sldId="263"/>
            <ac:graphicFrameMk id="29" creationId="{3D2FBA65-AAA4-4912-9D6F-F3189604C40E}"/>
          </ac:graphicFrameMkLst>
        </pc:graphicFrameChg>
        <pc:picChg chg="add del mod ord">
          <ac:chgData name="Garv ." userId="517ebc9b-5a76-4003-9b3c-a98d08664bbd" providerId="ADAL" clId="{F659861F-A15D-5394-9866-47331A7A7B4B}" dt="2025-11-06T01:37:17.447" v="7072" actId="478"/>
          <ac:picMkLst>
            <pc:docMk/>
            <pc:sldMk cId="3123331038" sldId="263"/>
            <ac:picMk id="10" creationId="{6A7568E3-A554-0CC1-51C2-CBB2D16FBA26}"/>
          </ac:picMkLst>
        </pc:picChg>
        <pc:picChg chg="add del mod ord">
          <ac:chgData name="Garv ." userId="517ebc9b-5a76-4003-9b3c-a98d08664bbd" providerId="ADAL" clId="{F659861F-A15D-5394-9866-47331A7A7B4B}" dt="2025-11-06T01:38:39.052" v="7078" actId="478"/>
          <ac:picMkLst>
            <pc:docMk/>
            <pc:sldMk cId="3123331038" sldId="263"/>
            <ac:picMk id="12" creationId="{ABDCA9E8-F61C-3C94-9210-A2B93F5FD229}"/>
          </ac:picMkLst>
        </pc:picChg>
        <pc:picChg chg="add mod">
          <ac:chgData name="Garv ." userId="517ebc9b-5a76-4003-9b3c-a98d08664bbd" providerId="ADAL" clId="{F659861F-A15D-5394-9866-47331A7A7B4B}" dt="2025-11-06T01:33:45.704" v="7062" actId="26606"/>
          <ac:picMkLst>
            <pc:docMk/>
            <pc:sldMk cId="3123331038" sldId="263"/>
            <ac:picMk id="14" creationId="{2C40AA45-D24D-E004-2039-99BA0A72E173}"/>
          </ac:picMkLst>
        </pc:picChg>
        <pc:picChg chg="add mod">
          <ac:chgData name="Garv ." userId="517ebc9b-5a76-4003-9b3c-a98d08664bbd" providerId="ADAL" clId="{F659861F-A15D-5394-9866-47331A7A7B4B}" dt="2025-11-06T01:38:54.470" v="7082" actId="26606"/>
          <ac:picMkLst>
            <pc:docMk/>
            <pc:sldMk cId="3123331038" sldId="263"/>
            <ac:picMk id="18" creationId="{04D81912-79FC-29FD-5D34-E252CCD110B9}"/>
          </ac:picMkLst>
        </pc:picChg>
        <pc:picChg chg="add mod ord">
          <ac:chgData name="Garv ." userId="517ebc9b-5a76-4003-9b3c-a98d08664bbd" providerId="ADAL" clId="{F659861F-A15D-5394-9866-47331A7A7B4B}" dt="2025-11-06T01:38:54.470" v="7082" actId="26606"/>
          <ac:picMkLst>
            <pc:docMk/>
            <pc:sldMk cId="3123331038" sldId="263"/>
            <ac:picMk id="22" creationId="{6D4FD15B-67D3-898F-287A-7091284CE62C}"/>
          </ac:picMkLst>
        </pc:picChg>
        <pc:cxnChg chg="add del">
          <ac:chgData name="Garv ." userId="517ebc9b-5a76-4003-9b3c-a98d08664bbd" providerId="ADAL" clId="{F659861F-A15D-5394-9866-47331A7A7B4B}" dt="2025-11-05T20:02:26.918" v="6227" actId="26606"/>
          <ac:cxnSpMkLst>
            <pc:docMk/>
            <pc:sldMk cId="3123331038" sldId="263"/>
            <ac:cxnSpMk id="17" creationId="{36CB27DD-D98C-4A82-9A5E-422827825769}"/>
          </ac:cxnSpMkLst>
        </pc:cxnChg>
        <pc:cxnChg chg="add">
          <ac:chgData name="Garv ." userId="517ebc9b-5a76-4003-9b3c-a98d08664bbd" providerId="ADAL" clId="{F659861F-A15D-5394-9866-47331A7A7B4B}" dt="2025-11-06T01:33:45.704" v="7062" actId="26606"/>
          <ac:cxnSpMkLst>
            <pc:docMk/>
            <pc:sldMk cId="3123331038" sldId="263"/>
            <ac:cxnSpMk id="21" creationId="{95AC3254-FB46-4BDF-B7F2-2D039653A36C}"/>
          </ac:cxnSpMkLst>
        </pc:cxnChg>
        <pc:cxnChg chg="add del">
          <ac:chgData name="Garv ." userId="517ebc9b-5a76-4003-9b3c-a98d08664bbd" providerId="ADAL" clId="{F659861F-A15D-5394-9866-47331A7A7B4B}" dt="2025-11-06T01:38:54.470" v="7082" actId="26606"/>
          <ac:cxnSpMkLst>
            <pc:docMk/>
            <pc:sldMk cId="3123331038" sldId="263"/>
            <ac:cxnSpMk id="23" creationId="{DD6280CF-E187-4C89-97A6-CE354B2775D7}"/>
          </ac:cxnSpMkLst>
        </pc:cxnChg>
        <pc:cxnChg chg="add">
          <ac:chgData name="Garv ." userId="517ebc9b-5a76-4003-9b3c-a98d08664bbd" providerId="ADAL" clId="{F659861F-A15D-5394-9866-47331A7A7B4B}" dt="2025-11-06T01:38:54.470" v="7082" actId="26606"/>
          <ac:cxnSpMkLst>
            <pc:docMk/>
            <pc:sldMk cId="3123331038" sldId="263"/>
            <ac:cxnSpMk id="36" creationId="{95AC3254-FB46-4BDF-B7F2-2D039653A36C}"/>
          </ac:cxnSpMkLst>
        </pc:cxnChg>
        <pc:cxnChg chg="add">
          <ac:chgData name="Garv ." userId="517ebc9b-5a76-4003-9b3c-a98d08664bbd" providerId="ADAL" clId="{F659861F-A15D-5394-9866-47331A7A7B4B}" dt="2025-11-06T01:38:54.470" v="7082" actId="26606"/>
          <ac:cxnSpMkLst>
            <pc:docMk/>
            <pc:sldMk cId="3123331038" sldId="263"/>
            <ac:cxnSpMk id="38" creationId="{DD6280CF-E187-4C89-97A6-CE354B2775D7}"/>
          </ac:cxnSpMkLst>
        </pc:cxnChg>
      </pc:sldChg>
      <pc:sldChg chg="addSp delSp modSp new mod setBg modAnim setClrOvrMap">
        <pc:chgData name="Garv ." userId="517ebc9b-5a76-4003-9b3c-a98d08664bbd" providerId="ADAL" clId="{F659861F-A15D-5394-9866-47331A7A7B4B}" dt="2025-11-06T01:13:52.841" v="7058" actId="207"/>
        <pc:sldMkLst>
          <pc:docMk/>
          <pc:sldMk cId="4283430015" sldId="264"/>
        </pc:sldMkLst>
        <pc:spChg chg="mod ord">
          <ac:chgData name="Garv ." userId="517ebc9b-5a76-4003-9b3c-a98d08664bbd" providerId="ADAL" clId="{F659861F-A15D-5394-9866-47331A7A7B4B}" dt="2025-11-06T01:13:52.841" v="7058" actId="207"/>
          <ac:spMkLst>
            <pc:docMk/>
            <pc:sldMk cId="4283430015" sldId="264"/>
            <ac:spMk id="2" creationId="{84908540-83B1-5C71-7CBD-4849FCCFB35D}"/>
          </ac:spMkLst>
        </pc:spChg>
        <pc:spChg chg="mod ord">
          <ac:chgData name="Garv ." userId="517ebc9b-5a76-4003-9b3c-a98d08664bbd" providerId="ADAL" clId="{F659861F-A15D-5394-9866-47331A7A7B4B}" dt="2025-11-06T01:13:43.990" v="7055" actId="1076"/>
          <ac:spMkLst>
            <pc:docMk/>
            <pc:sldMk cId="4283430015" sldId="264"/>
            <ac:spMk id="3" creationId="{9BE0E364-44C0-7760-1A94-23745C2B6560}"/>
          </ac:spMkLst>
        </pc:spChg>
        <pc:spChg chg="add">
          <ac:chgData name="Garv ." userId="517ebc9b-5a76-4003-9b3c-a98d08664bbd" providerId="ADAL" clId="{F659861F-A15D-5394-9866-47331A7A7B4B}" dt="2025-11-06T00:28:50.013" v="6278"/>
          <ac:spMkLst>
            <pc:docMk/>
            <pc:sldMk cId="4283430015" sldId="264"/>
            <ac:spMk id="4" creationId="{9A9E33CA-E835-448B-0E06-7061C3601056}"/>
          </ac:spMkLst>
        </pc:spChg>
        <pc:spChg chg="add">
          <ac:chgData name="Garv ." userId="517ebc9b-5a76-4003-9b3c-a98d08664bbd" providerId="ADAL" clId="{F659861F-A15D-5394-9866-47331A7A7B4B}" dt="2025-11-06T00:29:28.096" v="6283"/>
          <ac:spMkLst>
            <pc:docMk/>
            <pc:sldMk cId="4283430015" sldId="264"/>
            <ac:spMk id="5" creationId="{9AE71533-B52C-1365-01C9-938CAFA3EC70}"/>
          </ac:spMkLst>
        </pc:spChg>
        <pc:spChg chg="add">
          <ac:chgData name="Garv ." userId="517ebc9b-5a76-4003-9b3c-a98d08664bbd" providerId="ADAL" clId="{F659861F-A15D-5394-9866-47331A7A7B4B}" dt="2025-11-06T00:29:44.672" v="6285"/>
          <ac:spMkLst>
            <pc:docMk/>
            <pc:sldMk cId="4283430015" sldId="264"/>
            <ac:spMk id="6" creationId="{9E554073-C854-0B53-3195-49684C5961F7}"/>
          </ac:spMkLst>
        </pc:spChg>
        <pc:spChg chg="add">
          <ac:chgData name="Garv ." userId="517ebc9b-5a76-4003-9b3c-a98d08664bbd" providerId="ADAL" clId="{F659861F-A15D-5394-9866-47331A7A7B4B}" dt="2025-11-06T00:30:05.022" v="6294"/>
          <ac:spMkLst>
            <pc:docMk/>
            <pc:sldMk cId="4283430015" sldId="264"/>
            <ac:spMk id="7" creationId="{CC36E3EA-0011-E242-5BC6-1516FBD4AA62}"/>
          </ac:spMkLst>
        </pc:spChg>
        <pc:spChg chg="add del mod">
          <ac:chgData name="Garv ." userId="517ebc9b-5a76-4003-9b3c-a98d08664bbd" providerId="ADAL" clId="{F659861F-A15D-5394-9866-47331A7A7B4B}" dt="2025-11-06T00:39:57.211" v="6655"/>
          <ac:spMkLst>
            <pc:docMk/>
            <pc:sldMk cId="4283430015" sldId="264"/>
            <ac:spMk id="8" creationId="{1C171773-1D9C-67AE-36AE-A163511C33E4}"/>
          </ac:spMkLst>
        </pc:spChg>
        <pc:spChg chg="add">
          <ac:chgData name="Garv ." userId="517ebc9b-5a76-4003-9b3c-a98d08664bbd" providerId="ADAL" clId="{F659861F-A15D-5394-9866-47331A7A7B4B}" dt="2025-11-06T00:47:48.721" v="6658"/>
          <ac:spMkLst>
            <pc:docMk/>
            <pc:sldMk cId="4283430015" sldId="264"/>
            <ac:spMk id="9" creationId="{A23C12DC-F9D0-72BD-CC99-2C27DC9CB61B}"/>
          </ac:spMkLst>
        </pc:spChg>
        <pc:spChg chg="add del">
          <ac:chgData name="Garv ." userId="517ebc9b-5a76-4003-9b3c-a98d08664bbd" providerId="ADAL" clId="{F659861F-A15D-5394-9866-47331A7A7B4B}" dt="2025-11-06T01:08:01.387" v="6948" actId="26606"/>
          <ac:spMkLst>
            <pc:docMk/>
            <pc:sldMk cId="4283430015" sldId="264"/>
            <ac:spMk id="16" creationId="{9F4444CE-BC8D-4D61-B303-4C05614E62AB}"/>
          </ac:spMkLst>
        </pc:spChg>
        <pc:spChg chg="add del">
          <ac:chgData name="Garv ." userId="517ebc9b-5a76-4003-9b3c-a98d08664bbd" providerId="ADAL" clId="{F659861F-A15D-5394-9866-47331A7A7B4B}" dt="2025-11-06T01:08:01.387" v="6948" actId="26606"/>
          <ac:spMkLst>
            <pc:docMk/>
            <pc:sldMk cId="4283430015" sldId="264"/>
            <ac:spMk id="18" creationId="{62423CA5-E2E1-4789-B759-9906C1C94063}"/>
          </ac:spMkLst>
        </pc:spChg>
        <pc:spChg chg="add del">
          <ac:chgData name="Garv ." userId="517ebc9b-5a76-4003-9b3c-a98d08664bbd" providerId="ADAL" clId="{F659861F-A15D-5394-9866-47331A7A7B4B}" dt="2025-11-06T01:12:02.260" v="7023" actId="26606"/>
          <ac:spMkLst>
            <pc:docMk/>
            <pc:sldMk cId="4283430015" sldId="264"/>
            <ac:spMk id="19" creationId="{3F088236-D655-4F88-B238-E16762358025}"/>
          </ac:spMkLst>
        </pc:spChg>
        <pc:spChg chg="add del">
          <ac:chgData name="Garv ." userId="517ebc9b-5a76-4003-9b3c-a98d08664bbd" providerId="ADAL" clId="{F659861F-A15D-5394-9866-47331A7A7B4B}" dt="2025-11-06T01:08:01.387" v="6948" actId="26606"/>
          <ac:spMkLst>
            <pc:docMk/>
            <pc:sldMk cId="4283430015" sldId="264"/>
            <ac:spMk id="20" creationId="{73772B81-181F-48B7-8826-4D9686D15DF5}"/>
          </ac:spMkLst>
        </pc:spChg>
        <pc:spChg chg="add del">
          <ac:chgData name="Garv ." userId="517ebc9b-5a76-4003-9b3c-a98d08664bbd" providerId="ADAL" clId="{F659861F-A15D-5394-9866-47331A7A7B4B}" dt="2025-11-06T01:12:02.260" v="7023" actId="26606"/>
          <ac:spMkLst>
            <pc:docMk/>
            <pc:sldMk cId="4283430015" sldId="264"/>
            <ac:spMk id="21" creationId="{3DAC0C92-199E-475C-9390-119A9B027276}"/>
          </ac:spMkLst>
        </pc:spChg>
        <pc:spChg chg="add del">
          <ac:chgData name="Garv ." userId="517ebc9b-5a76-4003-9b3c-a98d08664bbd" providerId="ADAL" clId="{F659861F-A15D-5394-9866-47331A7A7B4B}" dt="2025-11-06T01:08:01.387" v="6948" actId="26606"/>
          <ac:spMkLst>
            <pc:docMk/>
            <pc:sldMk cId="4283430015" sldId="264"/>
            <ac:spMk id="22" creationId="{B2205F6E-03C6-4E92-877C-E2482F6599AA}"/>
          </ac:spMkLst>
        </pc:spChg>
        <pc:spChg chg="add del">
          <ac:chgData name="Garv ." userId="517ebc9b-5a76-4003-9b3c-a98d08664bbd" providerId="ADAL" clId="{F659861F-A15D-5394-9866-47331A7A7B4B}" dt="2025-11-06T01:12:02.260" v="7023" actId="26606"/>
          <ac:spMkLst>
            <pc:docMk/>
            <pc:sldMk cId="4283430015" sldId="264"/>
            <ac:spMk id="23" creationId="{C4CFB339-0ED8-4FE2-9EF1-6D1375B8499B}"/>
          </ac:spMkLst>
        </pc:spChg>
        <pc:spChg chg="add del">
          <ac:chgData name="Garv ." userId="517ebc9b-5a76-4003-9b3c-a98d08664bbd" providerId="ADAL" clId="{F659861F-A15D-5394-9866-47331A7A7B4B}" dt="2025-11-06T01:08:02.358" v="6950" actId="26606"/>
          <ac:spMkLst>
            <pc:docMk/>
            <pc:sldMk cId="4283430015" sldId="264"/>
            <ac:spMk id="24" creationId="{D94A7024-D948-494D-8920-BBA2DA07D15B}"/>
          </ac:spMkLst>
        </pc:spChg>
        <pc:spChg chg="add del">
          <ac:chgData name="Garv ." userId="517ebc9b-5a76-4003-9b3c-a98d08664bbd" providerId="ADAL" clId="{F659861F-A15D-5394-9866-47331A7A7B4B}" dt="2025-11-06T01:12:02.260" v="7023" actId="26606"/>
          <ac:spMkLst>
            <pc:docMk/>
            <pc:sldMk cId="4283430015" sldId="264"/>
            <ac:spMk id="25" creationId="{31896C80-2069-4431-9C19-83B913734490}"/>
          </ac:spMkLst>
        </pc:spChg>
        <pc:spChg chg="add del">
          <ac:chgData name="Garv ." userId="517ebc9b-5a76-4003-9b3c-a98d08664bbd" providerId="ADAL" clId="{F659861F-A15D-5394-9866-47331A7A7B4B}" dt="2025-11-06T01:08:06.909" v="6952" actId="26606"/>
          <ac:spMkLst>
            <pc:docMk/>
            <pc:sldMk cId="4283430015" sldId="264"/>
            <ac:spMk id="26" creationId="{31896C80-2069-4431-9C19-83B913734490}"/>
          </ac:spMkLst>
        </pc:spChg>
        <pc:spChg chg="add del">
          <ac:chgData name="Garv ." userId="517ebc9b-5a76-4003-9b3c-a98d08664bbd" providerId="ADAL" clId="{F659861F-A15D-5394-9866-47331A7A7B4B}" dt="2025-11-06T01:08:06.909" v="6952" actId="26606"/>
          <ac:spMkLst>
            <pc:docMk/>
            <pc:sldMk cId="4283430015" sldId="264"/>
            <ac:spMk id="28" creationId="{BF120A21-0841-4823-B0C4-28AEBCEF9B78}"/>
          </ac:spMkLst>
        </pc:spChg>
        <pc:spChg chg="add del">
          <ac:chgData name="Garv ." userId="517ebc9b-5a76-4003-9b3c-a98d08664bbd" providerId="ADAL" clId="{F659861F-A15D-5394-9866-47331A7A7B4B}" dt="2025-11-06T01:08:06.909" v="6952" actId="26606"/>
          <ac:spMkLst>
            <pc:docMk/>
            <pc:sldMk cId="4283430015" sldId="264"/>
            <ac:spMk id="30" creationId="{DBB05BAE-BBD3-4289-899F-A6851503C6B0}"/>
          </ac:spMkLst>
        </pc:spChg>
        <pc:spChg chg="add del">
          <ac:chgData name="Garv ." userId="517ebc9b-5a76-4003-9b3c-a98d08664bbd" providerId="ADAL" clId="{F659861F-A15D-5394-9866-47331A7A7B4B}" dt="2025-11-06T01:08:06.909" v="6952" actId="26606"/>
          <ac:spMkLst>
            <pc:docMk/>
            <pc:sldMk cId="4283430015" sldId="264"/>
            <ac:spMk id="31" creationId="{3F088236-D655-4F88-B238-E16762358025}"/>
          </ac:spMkLst>
        </pc:spChg>
        <pc:spChg chg="add del">
          <ac:chgData name="Garv ." userId="517ebc9b-5a76-4003-9b3c-a98d08664bbd" providerId="ADAL" clId="{F659861F-A15D-5394-9866-47331A7A7B4B}" dt="2025-11-06T01:08:06.909" v="6952" actId="26606"/>
          <ac:spMkLst>
            <pc:docMk/>
            <pc:sldMk cId="4283430015" sldId="264"/>
            <ac:spMk id="32" creationId="{9874D11C-36F5-4BBE-A490-019A54E953B0}"/>
          </ac:spMkLst>
        </pc:spChg>
        <pc:spChg chg="add del">
          <ac:chgData name="Garv ." userId="517ebc9b-5a76-4003-9b3c-a98d08664bbd" providerId="ADAL" clId="{F659861F-A15D-5394-9866-47331A7A7B4B}" dt="2025-11-06T01:08:06.909" v="6952" actId="26606"/>
          <ac:spMkLst>
            <pc:docMk/>
            <pc:sldMk cId="4283430015" sldId="264"/>
            <ac:spMk id="33" creationId="{3DAC0C92-199E-475C-9390-119A9B027276}"/>
          </ac:spMkLst>
        </pc:spChg>
        <pc:spChg chg="add del">
          <ac:chgData name="Garv ." userId="517ebc9b-5a76-4003-9b3c-a98d08664bbd" providerId="ADAL" clId="{F659861F-A15D-5394-9866-47331A7A7B4B}" dt="2025-11-06T01:08:06.909" v="6952" actId="26606"/>
          <ac:spMkLst>
            <pc:docMk/>
            <pc:sldMk cId="4283430015" sldId="264"/>
            <ac:spMk id="34" creationId="{C4CFB339-0ED8-4FE2-9EF1-6D1375B8499B}"/>
          </ac:spMkLst>
        </pc:spChg>
        <pc:spChg chg="add del">
          <ac:chgData name="Garv ." userId="517ebc9b-5a76-4003-9b3c-a98d08664bbd" providerId="ADAL" clId="{F659861F-A15D-5394-9866-47331A7A7B4B}" dt="2025-11-06T01:12:02.260" v="7023" actId="26606"/>
          <ac:spMkLst>
            <pc:docMk/>
            <pc:sldMk cId="4283430015" sldId="264"/>
            <ac:spMk id="35" creationId="{BF120A21-0841-4823-B0C4-28AEBCEF9B78}"/>
          </ac:spMkLst>
        </pc:spChg>
        <pc:spChg chg="add del">
          <ac:chgData name="Garv ." userId="517ebc9b-5a76-4003-9b3c-a98d08664bbd" providerId="ADAL" clId="{F659861F-A15D-5394-9866-47331A7A7B4B}" dt="2025-11-06T01:08:12.665" v="6954" actId="26606"/>
          <ac:spMkLst>
            <pc:docMk/>
            <pc:sldMk cId="4283430015" sldId="264"/>
            <ac:spMk id="36" creationId="{D94A7024-D948-494D-8920-BBA2DA07D15B}"/>
          </ac:spMkLst>
        </pc:spChg>
        <pc:spChg chg="add del">
          <ac:chgData name="Garv ." userId="517ebc9b-5a76-4003-9b3c-a98d08664bbd" providerId="ADAL" clId="{F659861F-A15D-5394-9866-47331A7A7B4B}" dt="2025-11-06T01:12:02.260" v="7023" actId="26606"/>
          <ac:spMkLst>
            <pc:docMk/>
            <pc:sldMk cId="4283430015" sldId="264"/>
            <ac:spMk id="37" creationId="{DBB05BAE-BBD3-4289-899F-A6851503C6B0}"/>
          </ac:spMkLst>
        </pc:spChg>
        <pc:spChg chg="add del">
          <ac:chgData name="Garv ." userId="517ebc9b-5a76-4003-9b3c-a98d08664bbd" providerId="ADAL" clId="{F659861F-A15D-5394-9866-47331A7A7B4B}" dt="2025-11-06T01:08:13.924" v="6956" actId="26606"/>
          <ac:spMkLst>
            <pc:docMk/>
            <pc:sldMk cId="4283430015" sldId="264"/>
            <ac:spMk id="38" creationId="{2A4588C6-4069-4731-BFB4-10F1E6D37842}"/>
          </ac:spMkLst>
        </pc:spChg>
        <pc:spChg chg="add del">
          <ac:chgData name="Garv ." userId="517ebc9b-5a76-4003-9b3c-a98d08664bbd" providerId="ADAL" clId="{F659861F-A15D-5394-9866-47331A7A7B4B}" dt="2025-11-06T01:08:13.924" v="6956" actId="26606"/>
          <ac:spMkLst>
            <pc:docMk/>
            <pc:sldMk cId="4283430015" sldId="264"/>
            <ac:spMk id="39" creationId="{23370524-0FE7-41B4-ABCF-7FB26B6CF1F6}"/>
          </ac:spMkLst>
        </pc:spChg>
        <pc:spChg chg="del">
          <ac:chgData name="Garv ." userId="517ebc9b-5a76-4003-9b3c-a98d08664bbd" providerId="ADAL" clId="{F659861F-A15D-5394-9866-47331A7A7B4B}" dt="2025-11-06T01:08:13.924" v="6956" actId="26606"/>
          <ac:spMkLst>
            <pc:docMk/>
            <pc:sldMk cId="4283430015" sldId="264"/>
            <ac:spMk id="42" creationId="{4E93B92B-0DD5-4277-9D69-972ABADC3559}"/>
          </ac:spMkLst>
        </pc:spChg>
        <pc:spChg chg="add del">
          <ac:chgData name="Garv ." userId="517ebc9b-5a76-4003-9b3c-a98d08664bbd" providerId="ADAL" clId="{F659861F-A15D-5394-9866-47331A7A7B4B}" dt="2025-11-06T01:08:13.924" v="6956" actId="26606"/>
          <ac:spMkLst>
            <pc:docMk/>
            <pc:sldMk cId="4283430015" sldId="264"/>
            <ac:spMk id="43" creationId="{7CE87768-354E-4E3F-8202-9F387CF50590}"/>
          </ac:spMkLst>
        </pc:spChg>
        <pc:spChg chg="add del">
          <ac:chgData name="Garv ." userId="517ebc9b-5a76-4003-9b3c-a98d08664bbd" providerId="ADAL" clId="{F659861F-A15D-5394-9866-47331A7A7B4B}" dt="2025-11-06T01:08:13.924" v="6956" actId="26606"/>
          <ac:spMkLst>
            <pc:docMk/>
            <pc:sldMk cId="4283430015" sldId="264"/>
            <ac:spMk id="44" creationId="{09E5B98F-BD75-4A30-BF72-0A91074702FC}"/>
          </ac:spMkLst>
        </pc:spChg>
        <pc:spChg chg="add del">
          <ac:chgData name="Garv ." userId="517ebc9b-5a76-4003-9b3c-a98d08664bbd" providerId="ADAL" clId="{F659861F-A15D-5394-9866-47331A7A7B4B}" dt="2025-11-06T01:08:13.924" v="6956" actId="26606"/>
          <ac:spMkLst>
            <pc:docMk/>
            <pc:sldMk cId="4283430015" sldId="264"/>
            <ac:spMk id="45" creationId="{8AAB91E3-41BE-4478-BF23-A24D43E146C5}"/>
          </ac:spMkLst>
        </pc:spChg>
        <pc:spChg chg="add del">
          <ac:chgData name="Garv ." userId="517ebc9b-5a76-4003-9b3c-a98d08664bbd" providerId="ADAL" clId="{F659861F-A15D-5394-9866-47331A7A7B4B}" dt="2025-11-06T01:08:13.924" v="6956" actId="26606"/>
          <ac:spMkLst>
            <pc:docMk/>
            <pc:sldMk cId="4283430015" sldId="264"/>
            <ac:spMk id="46" creationId="{96DFC7EA-8516-41F1-8ED9-C0A8E1E0862A}"/>
          </ac:spMkLst>
        </pc:spChg>
        <pc:spChg chg="add del">
          <ac:chgData name="Garv ." userId="517ebc9b-5a76-4003-9b3c-a98d08664bbd" providerId="ADAL" clId="{F659861F-A15D-5394-9866-47331A7A7B4B}" dt="2025-11-06T01:08:13.924" v="6956" actId="26606"/>
          <ac:spMkLst>
            <pc:docMk/>
            <pc:sldMk cId="4283430015" sldId="264"/>
            <ac:spMk id="47" creationId="{E24E972C-8744-4CFA-B783-41EA3CC38199}"/>
          </ac:spMkLst>
        </pc:spChg>
        <pc:spChg chg="add del">
          <ac:chgData name="Garv ." userId="517ebc9b-5a76-4003-9b3c-a98d08664bbd" providerId="ADAL" clId="{F659861F-A15D-5394-9866-47331A7A7B4B}" dt="2025-11-06T01:08:13.924" v="6956" actId="26606"/>
          <ac:spMkLst>
            <pc:docMk/>
            <pc:sldMk cId="4283430015" sldId="264"/>
            <ac:spMk id="48" creationId="{C7C88F2E-E233-48BA-B85F-D06BA522B790}"/>
          </ac:spMkLst>
        </pc:spChg>
        <pc:spChg chg="add del">
          <ac:chgData name="Garv ." userId="517ebc9b-5a76-4003-9b3c-a98d08664bbd" providerId="ADAL" clId="{F659861F-A15D-5394-9866-47331A7A7B4B}" dt="2025-11-06T01:12:02.260" v="7023" actId="26606"/>
          <ac:spMkLst>
            <pc:docMk/>
            <pc:sldMk cId="4283430015" sldId="264"/>
            <ac:spMk id="49" creationId="{9874D11C-36F5-4BBE-A490-019A54E953B0}"/>
          </ac:spMkLst>
        </pc:spChg>
        <pc:spChg chg="add del">
          <ac:chgData name="Garv ." userId="517ebc9b-5a76-4003-9b3c-a98d08664bbd" providerId="ADAL" clId="{F659861F-A15D-5394-9866-47331A7A7B4B}" dt="2025-11-06T01:09:12.425" v="6970" actId="26606"/>
          <ac:spMkLst>
            <pc:docMk/>
            <pc:sldMk cId="4283430015" sldId="264"/>
            <ac:spMk id="52" creationId="{3F088236-D655-4F88-B238-E16762358025}"/>
          </ac:spMkLst>
        </pc:spChg>
        <pc:spChg chg="add del">
          <ac:chgData name="Garv ." userId="517ebc9b-5a76-4003-9b3c-a98d08664bbd" providerId="ADAL" clId="{F659861F-A15D-5394-9866-47331A7A7B4B}" dt="2025-11-06T01:09:12.425" v="6970" actId="26606"/>
          <ac:spMkLst>
            <pc:docMk/>
            <pc:sldMk cId="4283430015" sldId="264"/>
            <ac:spMk id="53" creationId="{3DAC0C92-199E-475C-9390-119A9B027276}"/>
          </ac:spMkLst>
        </pc:spChg>
        <pc:spChg chg="add del">
          <ac:chgData name="Garv ." userId="517ebc9b-5a76-4003-9b3c-a98d08664bbd" providerId="ADAL" clId="{F659861F-A15D-5394-9866-47331A7A7B4B}" dt="2025-11-06T01:09:12.425" v="6970" actId="26606"/>
          <ac:spMkLst>
            <pc:docMk/>
            <pc:sldMk cId="4283430015" sldId="264"/>
            <ac:spMk id="54" creationId="{C4CFB339-0ED8-4FE2-9EF1-6D1375B8499B}"/>
          </ac:spMkLst>
        </pc:spChg>
        <pc:spChg chg="add del">
          <ac:chgData name="Garv ." userId="517ebc9b-5a76-4003-9b3c-a98d08664bbd" providerId="ADAL" clId="{F659861F-A15D-5394-9866-47331A7A7B4B}" dt="2025-11-06T01:09:12.425" v="6970" actId="26606"/>
          <ac:spMkLst>
            <pc:docMk/>
            <pc:sldMk cId="4283430015" sldId="264"/>
            <ac:spMk id="55" creationId="{31896C80-2069-4431-9C19-83B913734490}"/>
          </ac:spMkLst>
        </pc:spChg>
        <pc:spChg chg="add del">
          <ac:chgData name="Garv ." userId="517ebc9b-5a76-4003-9b3c-a98d08664bbd" providerId="ADAL" clId="{F659861F-A15D-5394-9866-47331A7A7B4B}" dt="2025-11-06T01:09:12.425" v="6970" actId="26606"/>
          <ac:spMkLst>
            <pc:docMk/>
            <pc:sldMk cId="4283430015" sldId="264"/>
            <ac:spMk id="56" creationId="{BF120A21-0841-4823-B0C4-28AEBCEF9B78}"/>
          </ac:spMkLst>
        </pc:spChg>
        <pc:spChg chg="add del">
          <ac:chgData name="Garv ." userId="517ebc9b-5a76-4003-9b3c-a98d08664bbd" providerId="ADAL" clId="{F659861F-A15D-5394-9866-47331A7A7B4B}" dt="2025-11-06T01:09:12.425" v="6970" actId="26606"/>
          <ac:spMkLst>
            <pc:docMk/>
            <pc:sldMk cId="4283430015" sldId="264"/>
            <ac:spMk id="57" creationId="{DBB05BAE-BBD3-4289-899F-A6851503C6B0}"/>
          </ac:spMkLst>
        </pc:spChg>
        <pc:spChg chg="add del">
          <ac:chgData name="Garv ." userId="517ebc9b-5a76-4003-9b3c-a98d08664bbd" providerId="ADAL" clId="{F659861F-A15D-5394-9866-47331A7A7B4B}" dt="2025-11-06T01:09:12.425" v="6970" actId="26606"/>
          <ac:spMkLst>
            <pc:docMk/>
            <pc:sldMk cId="4283430015" sldId="264"/>
            <ac:spMk id="58" creationId="{9874D11C-36F5-4BBE-A490-019A54E953B0}"/>
          </ac:spMkLst>
        </pc:spChg>
        <pc:spChg chg="add del">
          <ac:chgData name="Garv ." userId="517ebc9b-5a76-4003-9b3c-a98d08664bbd" providerId="ADAL" clId="{F659861F-A15D-5394-9866-47331A7A7B4B}" dt="2025-11-06T01:12:25.496" v="7034" actId="26606"/>
          <ac:spMkLst>
            <pc:docMk/>
            <pc:sldMk cId="4283430015" sldId="264"/>
            <ac:spMk id="59" creationId="{A65AC7D1-EAA9-48F5-B509-60A7F50BF703}"/>
          </ac:spMkLst>
        </pc:spChg>
        <pc:spChg chg="add del">
          <ac:chgData name="Garv ." userId="517ebc9b-5a76-4003-9b3c-a98d08664bbd" providerId="ADAL" clId="{F659861F-A15D-5394-9866-47331A7A7B4B}" dt="2025-11-06T01:12:25.504" v="7035" actId="26606"/>
          <ac:spMkLst>
            <pc:docMk/>
            <pc:sldMk cId="4283430015" sldId="264"/>
            <ac:spMk id="60" creationId="{D6320AF9-619A-4175-865B-5663E1AEF4C5}"/>
          </ac:spMkLst>
        </pc:spChg>
        <pc:spChg chg="add del">
          <ac:chgData name="Garv ." userId="517ebc9b-5a76-4003-9b3c-a98d08664bbd" providerId="ADAL" clId="{F659861F-A15D-5394-9866-47331A7A7B4B}" dt="2025-11-06T01:09:11.458" v="6968" actId="26606"/>
          <ac:spMkLst>
            <pc:docMk/>
            <pc:sldMk cId="4283430015" sldId="264"/>
            <ac:spMk id="63" creationId="{3BCB5F6A-9EB0-40B0-9D13-3023E9A20508}"/>
          </ac:spMkLst>
        </pc:spChg>
        <pc:spChg chg="add del">
          <ac:chgData name="Garv ." userId="517ebc9b-5a76-4003-9b3c-a98d08664bbd" providerId="ADAL" clId="{F659861F-A15D-5394-9866-47331A7A7B4B}" dt="2025-11-06T01:12:25.504" v="7035" actId="26606"/>
          <ac:spMkLst>
            <pc:docMk/>
            <pc:sldMk cId="4283430015" sldId="264"/>
            <ac:spMk id="64" creationId="{7E018740-5C2B-4A41-AC1A-7E68D1EC1954}"/>
          </ac:spMkLst>
        </pc:spChg>
        <pc:spChg chg="add del">
          <ac:chgData name="Garv ." userId="517ebc9b-5a76-4003-9b3c-a98d08664bbd" providerId="ADAL" clId="{F659861F-A15D-5394-9866-47331A7A7B4B}" dt="2025-11-06T01:12:25.504" v="7035" actId="26606"/>
          <ac:spMkLst>
            <pc:docMk/>
            <pc:sldMk cId="4283430015" sldId="264"/>
            <ac:spMk id="65" creationId="{166F75A4-C475-4941-8EE2-B80A06A2C1BB}"/>
          </ac:spMkLst>
        </pc:spChg>
        <pc:spChg chg="add del">
          <ac:chgData name="Garv ." userId="517ebc9b-5a76-4003-9b3c-a98d08664bbd" providerId="ADAL" clId="{F659861F-A15D-5394-9866-47331A7A7B4B}" dt="2025-11-06T01:12:25.496" v="7034" actId="26606"/>
          <ac:spMkLst>
            <pc:docMk/>
            <pc:sldMk cId="4283430015" sldId="264"/>
            <ac:spMk id="66" creationId="{A032553A-72E8-4B0D-8405-FF9771C9AF05}"/>
          </ac:spMkLst>
        </pc:spChg>
        <pc:spChg chg="add del">
          <ac:chgData name="Garv ." userId="517ebc9b-5a76-4003-9b3c-a98d08664bbd" providerId="ADAL" clId="{F659861F-A15D-5394-9866-47331A7A7B4B}" dt="2025-11-06T01:12:25.504" v="7035" actId="26606"/>
          <ac:spMkLst>
            <pc:docMk/>
            <pc:sldMk cId="4283430015" sldId="264"/>
            <ac:spMk id="67" creationId="{765800AC-C3B9-498E-87BC-29FAE4C76B21}"/>
          </ac:spMkLst>
        </pc:spChg>
        <pc:spChg chg="add del">
          <ac:chgData name="Garv ." userId="517ebc9b-5a76-4003-9b3c-a98d08664bbd" providerId="ADAL" clId="{F659861F-A15D-5394-9866-47331A7A7B4B}" dt="2025-11-06T01:12:25.496" v="7034" actId="26606"/>
          <ac:spMkLst>
            <pc:docMk/>
            <pc:sldMk cId="4283430015" sldId="264"/>
            <ac:spMk id="68" creationId="{1F9D6ACB-2FF4-49F9-978A-E0D5327FC635}"/>
          </ac:spMkLst>
        </pc:spChg>
        <pc:spChg chg="add del">
          <ac:chgData name="Garv ." userId="517ebc9b-5a76-4003-9b3c-a98d08664bbd" providerId="ADAL" clId="{F659861F-A15D-5394-9866-47331A7A7B4B}" dt="2025-11-06T01:12:25.504" v="7035" actId="26606"/>
          <ac:spMkLst>
            <pc:docMk/>
            <pc:sldMk cId="4283430015" sldId="264"/>
            <ac:spMk id="69" creationId="{A5EC319D-0FEA-4B95-A3EA-01E35672C95B}"/>
          </ac:spMkLst>
        </pc:spChg>
        <pc:spChg chg="add">
          <ac:chgData name="Garv ." userId="517ebc9b-5a76-4003-9b3c-a98d08664bbd" providerId="ADAL" clId="{F659861F-A15D-5394-9866-47331A7A7B4B}" dt="2025-11-06T01:12:25.504" v="7035" actId="26606"/>
          <ac:spMkLst>
            <pc:docMk/>
            <pc:sldMk cId="4283430015" sldId="264"/>
            <ac:spMk id="73" creationId="{3F088236-D655-4F88-B238-E16762358025}"/>
          </ac:spMkLst>
        </pc:spChg>
        <pc:spChg chg="add">
          <ac:chgData name="Garv ." userId="517ebc9b-5a76-4003-9b3c-a98d08664bbd" providerId="ADAL" clId="{F659861F-A15D-5394-9866-47331A7A7B4B}" dt="2025-11-06T01:12:25.504" v="7035" actId="26606"/>
          <ac:spMkLst>
            <pc:docMk/>
            <pc:sldMk cId="4283430015" sldId="264"/>
            <ac:spMk id="77" creationId="{C4CFB339-0ED8-4FE2-9EF1-6D1375B8499B}"/>
          </ac:spMkLst>
        </pc:spChg>
        <pc:spChg chg="add del">
          <ac:chgData name="Garv ." userId="517ebc9b-5a76-4003-9b3c-a98d08664bbd" providerId="ADAL" clId="{F659861F-A15D-5394-9866-47331A7A7B4B}" dt="2025-11-06T01:12:23.294" v="7032" actId="26606"/>
          <ac:spMkLst>
            <pc:docMk/>
            <pc:sldMk cId="4283430015" sldId="264"/>
            <ac:spMk id="78" creationId="{3F088236-D655-4F88-B238-E16762358025}"/>
          </ac:spMkLst>
        </pc:spChg>
        <pc:spChg chg="add del">
          <ac:chgData name="Garv ." userId="517ebc9b-5a76-4003-9b3c-a98d08664bbd" providerId="ADAL" clId="{F659861F-A15D-5394-9866-47331A7A7B4B}" dt="2025-11-06T01:12:23.294" v="7032" actId="26606"/>
          <ac:spMkLst>
            <pc:docMk/>
            <pc:sldMk cId="4283430015" sldId="264"/>
            <ac:spMk id="80" creationId="{3DAC0C92-199E-475C-9390-119A9B027276}"/>
          </ac:spMkLst>
        </pc:spChg>
        <pc:spChg chg="add del">
          <ac:chgData name="Garv ." userId="517ebc9b-5a76-4003-9b3c-a98d08664bbd" providerId="ADAL" clId="{F659861F-A15D-5394-9866-47331A7A7B4B}" dt="2025-11-06T01:12:23.294" v="7032" actId="26606"/>
          <ac:spMkLst>
            <pc:docMk/>
            <pc:sldMk cId="4283430015" sldId="264"/>
            <ac:spMk id="82" creationId="{C4CFB339-0ED8-4FE2-9EF1-6D1375B8499B}"/>
          </ac:spMkLst>
        </pc:spChg>
        <pc:spChg chg="add">
          <ac:chgData name="Garv ." userId="517ebc9b-5a76-4003-9b3c-a98d08664bbd" providerId="ADAL" clId="{F659861F-A15D-5394-9866-47331A7A7B4B}" dt="2025-11-06T01:12:25.504" v="7035" actId="26606"/>
          <ac:spMkLst>
            <pc:docMk/>
            <pc:sldMk cId="4283430015" sldId="264"/>
            <ac:spMk id="83" creationId="{DBB05BAE-BBD3-4289-899F-A6851503C6B0}"/>
          </ac:spMkLst>
        </pc:spChg>
        <pc:spChg chg="add del">
          <ac:chgData name="Garv ." userId="517ebc9b-5a76-4003-9b3c-a98d08664bbd" providerId="ADAL" clId="{F659861F-A15D-5394-9866-47331A7A7B4B}" dt="2025-11-06T01:12:23.294" v="7032" actId="26606"/>
          <ac:spMkLst>
            <pc:docMk/>
            <pc:sldMk cId="4283430015" sldId="264"/>
            <ac:spMk id="84" creationId="{31896C80-2069-4431-9C19-83B913734490}"/>
          </ac:spMkLst>
        </pc:spChg>
        <pc:spChg chg="add del">
          <ac:chgData name="Garv ." userId="517ebc9b-5a76-4003-9b3c-a98d08664bbd" providerId="ADAL" clId="{F659861F-A15D-5394-9866-47331A7A7B4B}" dt="2025-11-06T01:12:23.294" v="7032" actId="26606"/>
          <ac:spMkLst>
            <pc:docMk/>
            <pc:sldMk cId="4283430015" sldId="264"/>
            <ac:spMk id="86" creationId="{BF120A21-0841-4823-B0C4-28AEBCEF9B78}"/>
          </ac:spMkLst>
        </pc:spChg>
        <pc:spChg chg="add del">
          <ac:chgData name="Garv ." userId="517ebc9b-5a76-4003-9b3c-a98d08664bbd" providerId="ADAL" clId="{F659861F-A15D-5394-9866-47331A7A7B4B}" dt="2025-11-06T01:12:23.294" v="7032" actId="26606"/>
          <ac:spMkLst>
            <pc:docMk/>
            <pc:sldMk cId="4283430015" sldId="264"/>
            <ac:spMk id="88" creationId="{DBB05BAE-BBD3-4289-899F-A6851503C6B0}"/>
          </ac:spMkLst>
        </pc:spChg>
        <pc:spChg chg="del">
          <ac:chgData name="Garv ." userId="517ebc9b-5a76-4003-9b3c-a98d08664bbd" providerId="ADAL" clId="{F659861F-A15D-5394-9866-47331A7A7B4B}" dt="2025-11-06T01:12:23.294" v="7032" actId="26606"/>
          <ac:spMkLst>
            <pc:docMk/>
            <pc:sldMk cId="4283430015" sldId="264"/>
            <ac:spMk id="90" creationId="{9874D11C-36F5-4BBE-A490-019A54E953B0}"/>
          </ac:spMkLst>
        </pc:spChg>
        <pc:picChg chg="add mod ord">
          <ac:chgData name="Garv ." userId="517ebc9b-5a76-4003-9b3c-a98d08664bbd" providerId="ADAL" clId="{F659861F-A15D-5394-9866-47331A7A7B4B}" dt="2025-11-06T01:11:06.305" v="7016"/>
          <ac:picMkLst>
            <pc:docMk/>
            <pc:sldMk cId="4283430015" sldId="264"/>
            <ac:picMk id="11" creationId="{E7B6B4C7-3DBD-DAEF-CB31-AB08597BB01F}"/>
          </ac:picMkLst>
        </pc:picChg>
        <pc:picChg chg="add mod ord">
          <ac:chgData name="Garv ." userId="517ebc9b-5a76-4003-9b3c-a98d08664bbd" providerId="ADAL" clId="{F659861F-A15D-5394-9866-47331A7A7B4B}" dt="2025-11-06T01:13:16.140" v="7044" actId="14100"/>
          <ac:picMkLst>
            <pc:docMk/>
            <pc:sldMk cId="4283430015" sldId="264"/>
            <ac:picMk id="13" creationId="{93AB76D0-8119-9939-1962-C953F800369F}"/>
          </ac:picMkLst>
        </pc:picChg>
      </pc:sldChg>
      <pc:sldChg chg="addSp delSp modSp new mod ord setBg setClrOvrMap">
        <pc:chgData name="Garv ." userId="517ebc9b-5a76-4003-9b3c-a98d08664bbd" providerId="ADAL" clId="{F659861F-A15D-5394-9866-47331A7A7B4B}" dt="2025-11-06T02:44:39.264" v="8198" actId="1076"/>
        <pc:sldMkLst>
          <pc:docMk/>
          <pc:sldMk cId="2600788220" sldId="265"/>
        </pc:sldMkLst>
        <pc:spChg chg="mod ord">
          <ac:chgData name="Garv ." userId="517ebc9b-5a76-4003-9b3c-a98d08664bbd" providerId="ADAL" clId="{F659861F-A15D-5394-9866-47331A7A7B4B}" dt="2025-11-06T02:44:39.264" v="8198" actId="1076"/>
          <ac:spMkLst>
            <pc:docMk/>
            <pc:sldMk cId="2600788220" sldId="265"/>
            <ac:spMk id="2" creationId="{43E86BB7-2EFC-D1B7-97BF-B0AF77E0AA52}"/>
          </ac:spMkLst>
        </pc:spChg>
        <pc:spChg chg="add del mod ord">
          <ac:chgData name="Garv ." userId="517ebc9b-5a76-4003-9b3c-a98d08664bbd" providerId="ADAL" clId="{F659861F-A15D-5394-9866-47331A7A7B4B}" dt="2025-11-06T02:44:19.946" v="8195" actId="27636"/>
          <ac:spMkLst>
            <pc:docMk/>
            <pc:sldMk cId="2600788220" sldId="265"/>
            <ac:spMk id="3" creationId="{72EFF1C7-985C-DD91-582D-051F0C1D85DB}"/>
          </ac:spMkLst>
        </pc:spChg>
        <pc:spChg chg="add mod">
          <ac:chgData name="Garv ." userId="517ebc9b-5a76-4003-9b3c-a98d08664bbd" providerId="ADAL" clId="{F659861F-A15D-5394-9866-47331A7A7B4B}" dt="2025-11-06T02:34:18.066" v="7626"/>
          <ac:spMkLst>
            <pc:docMk/>
            <pc:sldMk cId="2600788220" sldId="265"/>
            <ac:spMk id="4" creationId="{E8ABCC82-383D-95E9-E0FF-6C8238DA57F5}"/>
          </ac:spMkLst>
        </pc:spChg>
        <pc:spChg chg="add del mod">
          <ac:chgData name="Garv ." userId="517ebc9b-5a76-4003-9b3c-a98d08664bbd" providerId="ADAL" clId="{F659861F-A15D-5394-9866-47331A7A7B4B}" dt="2025-11-06T02:41:01.804" v="8131" actId="767"/>
          <ac:spMkLst>
            <pc:docMk/>
            <pc:sldMk cId="2600788220" sldId="265"/>
            <ac:spMk id="9" creationId="{9668B8E4-4D8B-D1E3-D180-D7F51324F66A}"/>
          </ac:spMkLst>
        </pc:spChg>
        <pc:spChg chg="add del">
          <ac:chgData name="Garv ." userId="517ebc9b-5a76-4003-9b3c-a98d08664bbd" providerId="ADAL" clId="{F659861F-A15D-5394-9866-47331A7A7B4B}" dt="2025-11-06T02:40:20.620" v="8115" actId="26606"/>
          <ac:spMkLst>
            <pc:docMk/>
            <pc:sldMk cId="2600788220" sldId="265"/>
            <ac:spMk id="13" creationId="{F43F2E2C-73D3-4E55-A2E5-DD5FB3FBC0F5}"/>
          </ac:spMkLst>
        </pc:spChg>
        <pc:spChg chg="add del">
          <ac:chgData name="Garv ." userId="517ebc9b-5a76-4003-9b3c-a98d08664bbd" providerId="ADAL" clId="{F659861F-A15D-5394-9866-47331A7A7B4B}" dt="2025-11-06T02:41:46.021" v="8142" actId="26606"/>
          <ac:spMkLst>
            <pc:docMk/>
            <pc:sldMk cId="2600788220" sldId="265"/>
            <ac:spMk id="14" creationId="{8267EEE4-6354-4F1C-9484-951F0EB92F1B}"/>
          </ac:spMkLst>
        </pc:spChg>
        <pc:spChg chg="add del">
          <ac:chgData name="Garv ." userId="517ebc9b-5a76-4003-9b3c-a98d08664bbd" providerId="ADAL" clId="{F659861F-A15D-5394-9866-47331A7A7B4B}" dt="2025-11-06T02:41:02.203" v="8132" actId="26606"/>
          <ac:spMkLst>
            <pc:docMk/>
            <pc:sldMk cId="2600788220" sldId="265"/>
            <ac:spMk id="15" creationId="{7EB6695E-BED5-4DA3-8C9B-AD301AEF4776}"/>
          </ac:spMkLst>
        </pc:spChg>
        <pc:spChg chg="add del">
          <ac:chgData name="Garv ." userId="517ebc9b-5a76-4003-9b3c-a98d08664bbd" providerId="ADAL" clId="{F659861F-A15D-5394-9866-47331A7A7B4B}" dt="2025-11-06T02:41:02.203" v="8132" actId="26606"/>
          <ac:spMkLst>
            <pc:docMk/>
            <pc:sldMk cId="2600788220" sldId="265"/>
            <ac:spMk id="16" creationId="{4BE9D4C4-9FA3-4885-A769-301639CC7AD4}"/>
          </ac:spMkLst>
        </pc:spChg>
        <pc:spChg chg="add del">
          <ac:chgData name="Garv ." userId="517ebc9b-5a76-4003-9b3c-a98d08664bbd" providerId="ADAL" clId="{F659861F-A15D-5394-9866-47331A7A7B4B}" dt="2025-11-06T02:41:46.021" v="8142" actId="26606"/>
          <ac:spMkLst>
            <pc:docMk/>
            <pc:sldMk cId="2600788220" sldId="265"/>
            <ac:spMk id="18" creationId="{0E5A83F9-E6B8-40BD-9C0D-9A6F15650742}"/>
          </ac:spMkLst>
        </pc:spChg>
        <pc:spChg chg="add del">
          <ac:chgData name="Garv ." userId="517ebc9b-5a76-4003-9b3c-a98d08664bbd" providerId="ADAL" clId="{F659861F-A15D-5394-9866-47331A7A7B4B}" dt="2025-11-06T02:41:50.966" v="8146" actId="26606"/>
          <ac:spMkLst>
            <pc:docMk/>
            <pc:sldMk cId="2600788220" sldId="265"/>
            <ac:spMk id="19" creationId="{A912E26A-2737-4A42-92C0-4ED8933C8AF6}"/>
          </ac:spMkLst>
        </pc:spChg>
        <pc:spChg chg="add del">
          <ac:chgData name="Garv ." userId="517ebc9b-5a76-4003-9b3c-a98d08664bbd" providerId="ADAL" clId="{F659861F-A15D-5394-9866-47331A7A7B4B}" dt="2025-11-06T02:41:51.897" v="8148" actId="26606"/>
          <ac:spMkLst>
            <pc:docMk/>
            <pc:sldMk cId="2600788220" sldId="265"/>
            <ac:spMk id="21" creationId="{E7038D70-4165-4B7C-81B1-689029C47D9F}"/>
          </ac:spMkLst>
        </pc:spChg>
        <pc:spChg chg="add del">
          <ac:chgData name="Garv ." userId="517ebc9b-5a76-4003-9b3c-a98d08664bbd" providerId="ADAL" clId="{F659861F-A15D-5394-9866-47331A7A7B4B}" dt="2025-11-06T02:42:00.500" v="8150" actId="26606"/>
          <ac:spMkLst>
            <pc:docMk/>
            <pc:sldMk cId="2600788220" sldId="265"/>
            <ac:spMk id="23" creationId="{8E2EB503-A017-4457-A105-53638C97DEB8}"/>
          </ac:spMkLst>
        </pc:spChg>
        <pc:picChg chg="add mod ord">
          <ac:chgData name="Garv ." userId="517ebc9b-5a76-4003-9b3c-a98d08664bbd" providerId="ADAL" clId="{F659861F-A15D-5394-9866-47331A7A7B4B}" dt="2025-11-06T02:44:31.248" v="8197" actId="1076"/>
          <ac:picMkLst>
            <pc:docMk/>
            <pc:sldMk cId="2600788220" sldId="265"/>
            <ac:picMk id="6" creationId="{3467FBA7-35D2-1396-78CF-ADA222795D1B}"/>
          </ac:picMkLst>
        </pc:picChg>
        <pc:picChg chg="add mod ord">
          <ac:chgData name="Garv ." userId="517ebc9b-5a76-4003-9b3c-a98d08664bbd" providerId="ADAL" clId="{F659861F-A15D-5394-9866-47331A7A7B4B}" dt="2025-11-06T02:41:04.593" v="8135"/>
          <ac:picMkLst>
            <pc:docMk/>
            <pc:sldMk cId="2600788220" sldId="265"/>
            <ac:picMk id="8" creationId="{55C179C9-74A0-ED82-5D19-D4B0122CACE4}"/>
          </ac:picMkLst>
        </pc:picChg>
        <pc:picChg chg="add mod">
          <ac:chgData name="Garv ." userId="517ebc9b-5a76-4003-9b3c-a98d08664bbd" providerId="ADAL" clId="{F659861F-A15D-5394-9866-47331A7A7B4B}" dt="2025-11-06T02:44:25.415" v="8196" actId="14100"/>
          <ac:picMkLst>
            <pc:docMk/>
            <pc:sldMk cId="2600788220" sldId="265"/>
            <ac:picMk id="11" creationId="{792C2341-F21B-5F7C-8F68-777A7D61E98C}"/>
          </ac:picMkLst>
        </pc:picChg>
        <pc:cxnChg chg="add del">
          <ac:chgData name="Garv ." userId="517ebc9b-5a76-4003-9b3c-a98d08664bbd" providerId="ADAL" clId="{F659861F-A15D-5394-9866-47331A7A7B4B}" dt="2025-11-06T02:41:50.966" v="8146" actId="26606"/>
          <ac:cxnSpMkLst>
            <pc:docMk/>
            <pc:sldMk cId="2600788220" sldId="265"/>
            <ac:cxnSpMk id="17" creationId="{36CB27DD-D98C-4A82-9A5E-422827825769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C88B00-7B27-4443-82C1-A1306F53737E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DCAE89F-D77D-40E9-B389-6159C2A21E66}">
      <dgm:prSet custT="1"/>
      <dgm:spPr>
        <a:gradFill rotWithShape="0">
          <a:gsLst>
            <a:gs pos="100000">
              <a:schemeClr val="accent2"/>
            </a:gs>
            <a:gs pos="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</a:gradFill>
      </dgm:spPr>
      <dgm:t>
        <a:bodyPr/>
        <a:lstStyle/>
        <a:p>
          <a:pPr algn="l"/>
          <a:r>
            <a:rPr lang="en-US" sz="1600" dirty="0">
              <a:latin typeface="Aptos" panose="020B0004020202020204" pitchFamily="34" charset="0"/>
            </a:rPr>
            <a:t>Western Europe leads the company with $218k in profit, while Southern Asia is close behind with 159k – both are high priority growth regions.</a:t>
          </a:r>
        </a:p>
      </dgm:t>
    </dgm:pt>
    <dgm:pt modelId="{CB6637FB-6D50-4793-B1A7-E88C736D8164}" type="parTrans" cxnId="{769002BA-E395-4F15-B1B2-F89683D02E85}">
      <dgm:prSet/>
      <dgm:spPr/>
      <dgm:t>
        <a:bodyPr/>
        <a:lstStyle/>
        <a:p>
          <a:endParaRPr lang="en-US"/>
        </a:p>
      </dgm:t>
    </dgm:pt>
    <dgm:pt modelId="{AE1724DF-C7B9-44AC-AB5D-CD74827A32AC}" type="sibTrans" cxnId="{769002BA-E395-4F15-B1B2-F89683D02E85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E4F3D829-04FC-4EFD-B65B-6D1CC61B84F1}">
      <dgm:prSet/>
      <dgm:spPr>
        <a:gradFill rotWithShape="0">
          <a:gsLst>
            <a:gs pos="42000">
              <a:schemeClr val="accent2"/>
            </a:gs>
            <a:gs pos="0">
              <a:schemeClr val="accent2"/>
            </a:gs>
            <a:gs pos="78000">
              <a:schemeClr val="accent2"/>
            </a:gs>
          </a:gsLst>
        </a:gradFill>
      </dgm:spPr>
      <dgm:t>
        <a:bodyPr/>
        <a:lstStyle/>
        <a:p>
          <a:r>
            <a:rPr lang="en-US" dirty="0">
              <a:latin typeface="Aptos" panose="020B0004020202020204" pitchFamily="34" charset="0"/>
            </a:rPr>
            <a:t>Western Africa and Western Asia are loss-making markets (-50k to -54k) these region require pricing and strategy correction.</a:t>
          </a:r>
        </a:p>
      </dgm:t>
    </dgm:pt>
    <dgm:pt modelId="{C5F81DE0-B431-41B4-9981-78923F0301CB}" type="parTrans" cxnId="{344F7FE2-F16D-4328-99FB-F1D107CAFE69}">
      <dgm:prSet/>
      <dgm:spPr/>
      <dgm:t>
        <a:bodyPr/>
        <a:lstStyle/>
        <a:p>
          <a:endParaRPr lang="en-US"/>
        </a:p>
      </dgm:t>
    </dgm:pt>
    <dgm:pt modelId="{05AFBF1A-DF57-4FEE-BFE4-6A98D5F091BA}" type="sibTrans" cxnId="{344F7FE2-F16D-4328-99FB-F1D107CAFE69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A8A8057A-2EBE-4780-9DC3-9E0770F81E63}">
      <dgm:prSet/>
      <dgm:spPr>
        <a:gradFill rotWithShape="0">
          <a:gsLst>
            <a:gs pos="0">
              <a:schemeClr val="accent2"/>
            </a:gs>
            <a:gs pos="78000">
              <a:schemeClr val="accent2"/>
            </a:gs>
          </a:gsLst>
        </a:gradFill>
      </dgm:spPr>
      <dgm:t>
        <a:bodyPr/>
        <a:lstStyle/>
        <a:p>
          <a:r>
            <a:rPr lang="en-US" dirty="0">
              <a:latin typeface="Aptos" panose="020B0004020202020204" pitchFamily="34" charset="0"/>
            </a:rPr>
            <a:t>Southern Europe, Sothern US &amp; Western US generates moderate returns – stable regions that can be optimized further to </a:t>
          </a:r>
          <a:r>
            <a:rPr lang="en-CA" dirty="0">
              <a:latin typeface="Aptos" panose="020B0004020202020204" pitchFamily="34" charset="0"/>
            </a:rPr>
            <a:t>incremental growth.</a:t>
          </a:r>
          <a:endParaRPr lang="en-US" dirty="0">
            <a:latin typeface="Aptos" panose="020B0004020202020204" pitchFamily="34" charset="0"/>
          </a:endParaRPr>
        </a:p>
      </dgm:t>
    </dgm:pt>
    <dgm:pt modelId="{4AF13DA7-D4AE-448C-86FB-10410BA00A46}" type="parTrans" cxnId="{07FCEDB7-EA47-4D7C-BEE1-55418BD98A8D}">
      <dgm:prSet/>
      <dgm:spPr/>
      <dgm:t>
        <a:bodyPr/>
        <a:lstStyle/>
        <a:p>
          <a:endParaRPr lang="en-US"/>
        </a:p>
      </dgm:t>
    </dgm:pt>
    <dgm:pt modelId="{5B0C540B-3E60-49B8-B3A8-490D1C63560C}" type="sibTrans" cxnId="{07FCEDB7-EA47-4D7C-BEE1-55418BD98A8D}">
      <dgm:prSet/>
      <dgm:spPr/>
      <dgm:t>
        <a:bodyPr/>
        <a:lstStyle/>
        <a:p>
          <a:endParaRPr lang="en-US"/>
        </a:p>
      </dgm:t>
    </dgm:pt>
    <dgm:pt modelId="{9551B60C-15E5-564D-AA64-FA1E5A570F2F}" type="pres">
      <dgm:prSet presAssocID="{27C88B00-7B27-4443-82C1-A1306F53737E}" presName="outerComposite" presStyleCnt="0">
        <dgm:presLayoutVars>
          <dgm:chMax val="5"/>
          <dgm:dir/>
          <dgm:resizeHandles val="exact"/>
        </dgm:presLayoutVars>
      </dgm:prSet>
      <dgm:spPr/>
    </dgm:pt>
    <dgm:pt modelId="{92E0B6EC-A4AD-A741-A363-5D81D992A83D}" type="pres">
      <dgm:prSet presAssocID="{27C88B00-7B27-4443-82C1-A1306F53737E}" presName="dummyMaxCanvas" presStyleCnt="0">
        <dgm:presLayoutVars/>
      </dgm:prSet>
      <dgm:spPr/>
    </dgm:pt>
    <dgm:pt modelId="{F1B5373B-18E7-7F4A-9CBE-E0FA9D74BACB}" type="pres">
      <dgm:prSet presAssocID="{27C88B00-7B27-4443-82C1-A1306F53737E}" presName="ThreeNodes_1" presStyleLbl="node1" presStyleIdx="0" presStyleCnt="3">
        <dgm:presLayoutVars>
          <dgm:bulletEnabled val="1"/>
        </dgm:presLayoutVars>
      </dgm:prSet>
      <dgm:spPr/>
    </dgm:pt>
    <dgm:pt modelId="{4A7D13C9-B380-B647-97B6-F42C56635640}" type="pres">
      <dgm:prSet presAssocID="{27C88B00-7B27-4443-82C1-A1306F53737E}" presName="ThreeNodes_2" presStyleLbl="node1" presStyleIdx="1" presStyleCnt="3">
        <dgm:presLayoutVars>
          <dgm:bulletEnabled val="1"/>
        </dgm:presLayoutVars>
      </dgm:prSet>
      <dgm:spPr/>
    </dgm:pt>
    <dgm:pt modelId="{7D6C69D4-6E12-9F44-B3B3-92DC25E020A0}" type="pres">
      <dgm:prSet presAssocID="{27C88B00-7B27-4443-82C1-A1306F53737E}" presName="ThreeNodes_3" presStyleLbl="node1" presStyleIdx="2" presStyleCnt="3">
        <dgm:presLayoutVars>
          <dgm:bulletEnabled val="1"/>
        </dgm:presLayoutVars>
      </dgm:prSet>
      <dgm:spPr/>
    </dgm:pt>
    <dgm:pt modelId="{35011C13-E5BB-C24F-907E-422199C453BE}" type="pres">
      <dgm:prSet presAssocID="{27C88B00-7B27-4443-82C1-A1306F53737E}" presName="ThreeConn_1-2" presStyleLbl="fgAccFollowNode1" presStyleIdx="0" presStyleCnt="2">
        <dgm:presLayoutVars>
          <dgm:bulletEnabled val="1"/>
        </dgm:presLayoutVars>
      </dgm:prSet>
      <dgm:spPr/>
    </dgm:pt>
    <dgm:pt modelId="{6C3E9D88-3B95-5C49-9776-4C7F3A73D73C}" type="pres">
      <dgm:prSet presAssocID="{27C88B00-7B27-4443-82C1-A1306F53737E}" presName="ThreeConn_2-3" presStyleLbl="fgAccFollowNode1" presStyleIdx="1" presStyleCnt="2">
        <dgm:presLayoutVars>
          <dgm:bulletEnabled val="1"/>
        </dgm:presLayoutVars>
      </dgm:prSet>
      <dgm:spPr/>
    </dgm:pt>
    <dgm:pt modelId="{E50A592B-C217-5546-8AD1-B2DFCBD96305}" type="pres">
      <dgm:prSet presAssocID="{27C88B00-7B27-4443-82C1-A1306F53737E}" presName="ThreeNodes_1_text" presStyleLbl="node1" presStyleIdx="2" presStyleCnt="3">
        <dgm:presLayoutVars>
          <dgm:bulletEnabled val="1"/>
        </dgm:presLayoutVars>
      </dgm:prSet>
      <dgm:spPr/>
    </dgm:pt>
    <dgm:pt modelId="{94CACB22-7038-CC46-91B9-B69F82026211}" type="pres">
      <dgm:prSet presAssocID="{27C88B00-7B27-4443-82C1-A1306F53737E}" presName="ThreeNodes_2_text" presStyleLbl="node1" presStyleIdx="2" presStyleCnt="3">
        <dgm:presLayoutVars>
          <dgm:bulletEnabled val="1"/>
        </dgm:presLayoutVars>
      </dgm:prSet>
      <dgm:spPr/>
    </dgm:pt>
    <dgm:pt modelId="{67257652-3A06-3C41-9202-6A6837C2D447}" type="pres">
      <dgm:prSet presAssocID="{27C88B00-7B27-4443-82C1-A1306F53737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D95FE06-25FC-CE4B-9916-E14F98EB8B32}" type="presOf" srcId="{E4F3D829-04FC-4EFD-B65B-6D1CC61B84F1}" destId="{4A7D13C9-B380-B647-97B6-F42C56635640}" srcOrd="0" destOrd="0" presId="urn:microsoft.com/office/officeart/2005/8/layout/vProcess5"/>
    <dgm:cxn modelId="{EC1EB00C-533D-CC4F-BF55-0B4A757E4500}" type="presOf" srcId="{27C88B00-7B27-4443-82C1-A1306F53737E}" destId="{9551B60C-15E5-564D-AA64-FA1E5A570F2F}" srcOrd="0" destOrd="0" presId="urn:microsoft.com/office/officeart/2005/8/layout/vProcess5"/>
    <dgm:cxn modelId="{61E92740-C1C5-9448-A162-41A2C65134B1}" type="presOf" srcId="{A8A8057A-2EBE-4780-9DC3-9E0770F81E63}" destId="{7D6C69D4-6E12-9F44-B3B3-92DC25E020A0}" srcOrd="0" destOrd="0" presId="urn:microsoft.com/office/officeart/2005/8/layout/vProcess5"/>
    <dgm:cxn modelId="{CBAC0C4E-96F9-C244-89EB-C47C3784F0F2}" type="presOf" srcId="{E4F3D829-04FC-4EFD-B65B-6D1CC61B84F1}" destId="{94CACB22-7038-CC46-91B9-B69F82026211}" srcOrd="1" destOrd="0" presId="urn:microsoft.com/office/officeart/2005/8/layout/vProcess5"/>
    <dgm:cxn modelId="{21734B64-B2D8-234E-BE72-5EE135263B4E}" type="presOf" srcId="{2DCAE89F-D77D-40E9-B389-6159C2A21E66}" destId="{F1B5373B-18E7-7F4A-9CBE-E0FA9D74BACB}" srcOrd="0" destOrd="0" presId="urn:microsoft.com/office/officeart/2005/8/layout/vProcess5"/>
    <dgm:cxn modelId="{ED7AC692-248D-C347-B2D8-D4ED70780F14}" type="presOf" srcId="{A8A8057A-2EBE-4780-9DC3-9E0770F81E63}" destId="{67257652-3A06-3C41-9202-6A6837C2D447}" srcOrd="1" destOrd="0" presId="urn:microsoft.com/office/officeart/2005/8/layout/vProcess5"/>
    <dgm:cxn modelId="{39F2BEA1-6EED-4947-B85F-77904DC94338}" type="presOf" srcId="{05AFBF1A-DF57-4FEE-BFE4-6A98D5F091BA}" destId="{6C3E9D88-3B95-5C49-9776-4C7F3A73D73C}" srcOrd="0" destOrd="0" presId="urn:microsoft.com/office/officeart/2005/8/layout/vProcess5"/>
    <dgm:cxn modelId="{915B48B4-DB6C-B243-A68D-052D4D445E65}" type="presOf" srcId="{2DCAE89F-D77D-40E9-B389-6159C2A21E66}" destId="{E50A592B-C217-5546-8AD1-B2DFCBD96305}" srcOrd="1" destOrd="0" presId="urn:microsoft.com/office/officeart/2005/8/layout/vProcess5"/>
    <dgm:cxn modelId="{07FCEDB7-EA47-4D7C-BEE1-55418BD98A8D}" srcId="{27C88B00-7B27-4443-82C1-A1306F53737E}" destId="{A8A8057A-2EBE-4780-9DC3-9E0770F81E63}" srcOrd="2" destOrd="0" parTransId="{4AF13DA7-D4AE-448C-86FB-10410BA00A46}" sibTransId="{5B0C540B-3E60-49B8-B3A8-490D1C63560C}"/>
    <dgm:cxn modelId="{769002BA-E395-4F15-B1B2-F89683D02E85}" srcId="{27C88B00-7B27-4443-82C1-A1306F53737E}" destId="{2DCAE89F-D77D-40E9-B389-6159C2A21E66}" srcOrd="0" destOrd="0" parTransId="{CB6637FB-6D50-4793-B1A7-E88C736D8164}" sibTransId="{AE1724DF-C7B9-44AC-AB5D-CD74827A32AC}"/>
    <dgm:cxn modelId="{344F7FE2-F16D-4328-99FB-F1D107CAFE69}" srcId="{27C88B00-7B27-4443-82C1-A1306F53737E}" destId="{E4F3D829-04FC-4EFD-B65B-6D1CC61B84F1}" srcOrd="1" destOrd="0" parTransId="{C5F81DE0-B431-41B4-9981-78923F0301CB}" sibTransId="{05AFBF1A-DF57-4FEE-BFE4-6A98D5F091BA}"/>
    <dgm:cxn modelId="{4BEB80FA-3C91-514A-923B-59961248CF9E}" type="presOf" srcId="{AE1724DF-C7B9-44AC-AB5D-CD74827A32AC}" destId="{35011C13-E5BB-C24F-907E-422199C453BE}" srcOrd="0" destOrd="0" presId="urn:microsoft.com/office/officeart/2005/8/layout/vProcess5"/>
    <dgm:cxn modelId="{561082D4-CA65-7A49-B822-9A970AE382B3}" type="presParOf" srcId="{9551B60C-15E5-564D-AA64-FA1E5A570F2F}" destId="{92E0B6EC-A4AD-A741-A363-5D81D992A83D}" srcOrd="0" destOrd="0" presId="urn:microsoft.com/office/officeart/2005/8/layout/vProcess5"/>
    <dgm:cxn modelId="{C0C55628-860F-4E4E-A0EE-200030E4C625}" type="presParOf" srcId="{9551B60C-15E5-564D-AA64-FA1E5A570F2F}" destId="{F1B5373B-18E7-7F4A-9CBE-E0FA9D74BACB}" srcOrd="1" destOrd="0" presId="urn:microsoft.com/office/officeart/2005/8/layout/vProcess5"/>
    <dgm:cxn modelId="{8C063227-249F-3942-9A97-6DFAF5A1AB48}" type="presParOf" srcId="{9551B60C-15E5-564D-AA64-FA1E5A570F2F}" destId="{4A7D13C9-B380-B647-97B6-F42C56635640}" srcOrd="2" destOrd="0" presId="urn:microsoft.com/office/officeart/2005/8/layout/vProcess5"/>
    <dgm:cxn modelId="{EF649107-0F45-744C-845F-725615025439}" type="presParOf" srcId="{9551B60C-15E5-564D-AA64-FA1E5A570F2F}" destId="{7D6C69D4-6E12-9F44-B3B3-92DC25E020A0}" srcOrd="3" destOrd="0" presId="urn:microsoft.com/office/officeart/2005/8/layout/vProcess5"/>
    <dgm:cxn modelId="{1E3ECBFC-3006-5D40-BC98-D6F340FAFC76}" type="presParOf" srcId="{9551B60C-15E5-564D-AA64-FA1E5A570F2F}" destId="{35011C13-E5BB-C24F-907E-422199C453BE}" srcOrd="4" destOrd="0" presId="urn:microsoft.com/office/officeart/2005/8/layout/vProcess5"/>
    <dgm:cxn modelId="{DCCA9FA2-276E-9C4B-AF37-B38E44518945}" type="presParOf" srcId="{9551B60C-15E5-564D-AA64-FA1E5A570F2F}" destId="{6C3E9D88-3B95-5C49-9776-4C7F3A73D73C}" srcOrd="5" destOrd="0" presId="urn:microsoft.com/office/officeart/2005/8/layout/vProcess5"/>
    <dgm:cxn modelId="{78287C5B-B652-7941-B631-E3A041716BFE}" type="presParOf" srcId="{9551B60C-15E5-564D-AA64-FA1E5A570F2F}" destId="{E50A592B-C217-5546-8AD1-B2DFCBD96305}" srcOrd="6" destOrd="0" presId="urn:microsoft.com/office/officeart/2005/8/layout/vProcess5"/>
    <dgm:cxn modelId="{96C7B168-6A04-4449-882A-E5B77CD8A1CE}" type="presParOf" srcId="{9551B60C-15E5-564D-AA64-FA1E5A570F2F}" destId="{94CACB22-7038-CC46-91B9-B69F82026211}" srcOrd="7" destOrd="0" presId="urn:microsoft.com/office/officeart/2005/8/layout/vProcess5"/>
    <dgm:cxn modelId="{636A33FB-7D9B-F34C-8FD5-C69CBEED5CDD}" type="presParOf" srcId="{9551B60C-15E5-564D-AA64-FA1E5A570F2F}" destId="{67257652-3A06-3C41-9202-6A6837C2D44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5373B-18E7-7F4A-9CBE-E0FA9D74BACB}">
      <dsp:nvSpPr>
        <dsp:cNvPr id="0" name=""/>
        <dsp:cNvSpPr/>
      </dsp:nvSpPr>
      <dsp:spPr>
        <a:xfrm>
          <a:off x="0" y="0"/>
          <a:ext cx="4676427" cy="1317783"/>
        </a:xfrm>
        <a:prstGeom prst="roundRect">
          <a:avLst>
            <a:gd name="adj" fmla="val 10000"/>
          </a:avLst>
        </a:prstGeom>
        <a:gradFill rotWithShape="0">
          <a:gsLst>
            <a:gs pos="100000">
              <a:schemeClr val="accent2"/>
            </a:gs>
            <a:gs pos="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" panose="020B0004020202020204" pitchFamily="34" charset="0"/>
            </a:rPr>
            <a:t>Western Europe leads the company with $218k in profit, while Southern Asia is close behind with 159k – both are high priority growth regions.</a:t>
          </a:r>
        </a:p>
      </dsp:txBody>
      <dsp:txXfrm>
        <a:off x="38597" y="38597"/>
        <a:ext cx="3254435" cy="1240589"/>
      </dsp:txXfrm>
    </dsp:sp>
    <dsp:sp modelId="{4A7D13C9-B380-B647-97B6-F42C56635640}">
      <dsp:nvSpPr>
        <dsp:cNvPr id="0" name=""/>
        <dsp:cNvSpPr/>
      </dsp:nvSpPr>
      <dsp:spPr>
        <a:xfrm>
          <a:off x="412625" y="1537413"/>
          <a:ext cx="4676427" cy="1317783"/>
        </a:xfrm>
        <a:prstGeom prst="roundRect">
          <a:avLst>
            <a:gd name="adj" fmla="val 10000"/>
          </a:avLst>
        </a:prstGeom>
        <a:gradFill rotWithShape="0">
          <a:gsLst>
            <a:gs pos="42000">
              <a:schemeClr val="accent2"/>
            </a:gs>
            <a:gs pos="0">
              <a:schemeClr val="accent2"/>
            </a:gs>
            <a:gs pos="78000">
              <a:schemeClr val="accent2"/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" panose="020B0004020202020204" pitchFamily="34" charset="0"/>
            </a:rPr>
            <a:t>Western Africa and Western Asia are loss-making markets (-50k to -54k) these region require pricing and strategy correction.</a:t>
          </a:r>
        </a:p>
      </dsp:txBody>
      <dsp:txXfrm>
        <a:off x="451222" y="1576010"/>
        <a:ext cx="3330048" cy="1240589"/>
      </dsp:txXfrm>
    </dsp:sp>
    <dsp:sp modelId="{7D6C69D4-6E12-9F44-B3B3-92DC25E020A0}">
      <dsp:nvSpPr>
        <dsp:cNvPr id="0" name=""/>
        <dsp:cNvSpPr/>
      </dsp:nvSpPr>
      <dsp:spPr>
        <a:xfrm>
          <a:off x="825251" y="3074827"/>
          <a:ext cx="4676427" cy="13177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/>
            </a:gs>
            <a:gs pos="78000">
              <a:schemeClr val="accent2"/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" panose="020B0004020202020204" pitchFamily="34" charset="0"/>
            </a:rPr>
            <a:t>Southern Europe, Sothern US &amp; Western US generates moderate returns – stable regions that can be optimized further to </a:t>
          </a:r>
          <a:r>
            <a:rPr lang="en-CA" sz="1600" kern="1200" dirty="0">
              <a:latin typeface="Aptos" panose="020B0004020202020204" pitchFamily="34" charset="0"/>
            </a:rPr>
            <a:t>incremental growth.</a:t>
          </a:r>
          <a:endParaRPr lang="en-US" sz="1600" kern="1200" dirty="0">
            <a:latin typeface="Aptos" panose="020B0004020202020204" pitchFamily="34" charset="0"/>
          </a:endParaRPr>
        </a:p>
      </dsp:txBody>
      <dsp:txXfrm>
        <a:off x="863848" y="3113424"/>
        <a:ext cx="3330048" cy="1240589"/>
      </dsp:txXfrm>
    </dsp:sp>
    <dsp:sp modelId="{35011C13-E5BB-C24F-907E-422199C453BE}">
      <dsp:nvSpPr>
        <dsp:cNvPr id="0" name=""/>
        <dsp:cNvSpPr/>
      </dsp:nvSpPr>
      <dsp:spPr>
        <a:xfrm>
          <a:off x="3819868" y="999318"/>
          <a:ext cx="856558" cy="856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lumMod val="20000"/>
            <a:lumOff val="80000"/>
            <a:alpha val="9000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012594" y="999318"/>
        <a:ext cx="471106" cy="644560"/>
      </dsp:txXfrm>
    </dsp:sp>
    <dsp:sp modelId="{6C3E9D88-3B95-5C49-9776-4C7F3A73D73C}">
      <dsp:nvSpPr>
        <dsp:cNvPr id="0" name=""/>
        <dsp:cNvSpPr/>
      </dsp:nvSpPr>
      <dsp:spPr>
        <a:xfrm>
          <a:off x="4232494" y="2527947"/>
          <a:ext cx="856558" cy="856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lumMod val="20000"/>
            <a:lumOff val="80000"/>
            <a:alpha val="90000"/>
          </a:schemeClr>
        </a:solidFill>
        <a:ln w="1270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425220" y="2527947"/>
        <a:ext cx="471106" cy="644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03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2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0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0396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3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1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26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11/6/25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41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435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68926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46782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737171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69913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15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096C-64ED-4153-A483-5C02E44AD5C3}" type="datetime1">
              <a:rPr lang="en-US" smtClean="0"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0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3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  <p:sldLayoutId id="2147483912" r:id="rId13"/>
    <p:sldLayoutId id="2147483913" r:id="rId14"/>
    <p:sldLayoutId id="2147483914" r:id="rId15"/>
    <p:sldLayoutId id="2147483915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6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7.pn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C757567E-A1A0-512F-9C28-6B004D3E35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2" r="26453" b="4403"/>
          <a:stretch>
            <a:fillRect/>
          </a:stretch>
        </p:blipFill>
        <p:spPr>
          <a:xfrm>
            <a:off x="6264123" y="-18521"/>
            <a:ext cx="587575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E0B2A9-8AD4-847D-E2D0-5D5C5922F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9683" y="1403275"/>
            <a:ext cx="5875750" cy="200297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CA" sz="4100" dirty="0">
                <a:solidFill>
                  <a:schemeClr val="accent2">
                    <a:lumMod val="75000"/>
                  </a:schemeClr>
                </a:solidFill>
              </a:rPr>
              <a:t>Flip-Mart Retail Sales Analytics &amp; Profitability Study</a:t>
            </a:r>
            <a:endParaRPr lang="en-US" sz="41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E322E-7B02-140E-29B0-906888488597}"/>
              </a:ext>
            </a:extLst>
          </p:cNvPr>
          <p:cNvSpPr txBox="1"/>
          <p:nvPr/>
        </p:nvSpPr>
        <p:spPr>
          <a:xfrm>
            <a:off x="800639" y="3342859"/>
            <a:ext cx="2733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Business Intelligence Case Analysis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7EB8C3-13E9-A202-78AB-ED04EC90C7F4}"/>
              </a:ext>
            </a:extLst>
          </p:cNvPr>
          <p:cNvSpPr txBox="1"/>
          <p:nvPr/>
        </p:nvSpPr>
        <p:spPr>
          <a:xfrm>
            <a:off x="52126" y="6316260"/>
            <a:ext cx="2988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accent2">
                    <a:lumMod val="75000"/>
                  </a:schemeClr>
                </a:solidFill>
                <a:latin typeface="Avenir Next LT Pro" panose="020B0504020202020204" pitchFamily="34" charset="77"/>
              </a:rPr>
              <a:t>Garv Dudy</a:t>
            </a:r>
          </a:p>
          <a:p>
            <a:r>
              <a:rPr lang="en-US" sz="1400" i="1" dirty="0">
                <a:solidFill>
                  <a:schemeClr val="accent2">
                    <a:lumMod val="75000"/>
                  </a:schemeClr>
                </a:solidFill>
                <a:latin typeface="Avenir Next LT Pro" panose="020B0504020202020204" pitchFamily="34" charset="77"/>
              </a:rPr>
              <a:t>Data Analytics Project Fall 2025</a:t>
            </a:r>
          </a:p>
        </p:txBody>
      </p:sp>
    </p:spTree>
    <p:extLst>
      <p:ext uri="{BB962C8B-B14F-4D97-AF65-F5344CB8AC3E}">
        <p14:creationId xmlns:p14="http://schemas.microsoft.com/office/powerpoint/2010/main" val="11661316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A519-E1AB-5697-605B-C0A53FF0E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688" y="1034902"/>
            <a:ext cx="6056126" cy="932121"/>
          </a:xfrm>
          <a:prstGeom prst="ellipse">
            <a:avLst/>
          </a:prstGeom>
        </p:spPr>
        <p:txBody>
          <a:bodyPr>
            <a:normAutofit/>
          </a:bodyPr>
          <a:lstStyle/>
          <a:p>
            <a:r>
              <a:rPr lang="en-CA" u="sng" dirty="0">
                <a:solidFill>
                  <a:schemeClr val="accent2">
                    <a:lumMod val="75000"/>
                  </a:schemeClr>
                </a:solidFill>
              </a:rPr>
              <a:t>Executive Summary</a:t>
            </a:r>
            <a:endParaRPr lang="en-US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Content Placeholder 60">
            <a:extLst>
              <a:ext uri="{FF2B5EF4-FFF2-40B4-BE49-F238E27FC236}">
                <a16:creationId xmlns:a16="http://schemas.microsoft.com/office/drawing/2014/main" id="{CEF980C8-DB76-6BF8-834A-6D71ABC65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781" y="2478475"/>
            <a:ext cx="9169940" cy="281654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This Project analyzes Flip-Marts retail performance using 50K + transactions records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Power BI was used to build an interactive dashboard focusing on profitability , customer segments, product performance and Regional insights.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The Analysis identifies key growth regions and their countries, loss-making products, profit-driving categories, best preforming Sub-category and flow of Profit &amp; Sales.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Findings are used to provide strategic business recommendations to improve profit and optimize operations.</a:t>
            </a:r>
          </a:p>
        </p:txBody>
      </p:sp>
    </p:spTree>
    <p:extLst>
      <p:ext uri="{BB962C8B-B14F-4D97-AF65-F5344CB8AC3E}">
        <p14:creationId xmlns:p14="http://schemas.microsoft.com/office/powerpoint/2010/main" val="305131201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30B15-260F-AFA3-4F88-96A6E86E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997" y="754615"/>
            <a:ext cx="6318889" cy="719469"/>
          </a:xfrm>
        </p:spPr>
        <p:txBody>
          <a:bodyPr/>
          <a:lstStyle/>
          <a:p>
            <a:pPr algn="ctr"/>
            <a:r>
              <a:rPr lang="en-CA" u="sng" dirty="0">
                <a:solidFill>
                  <a:schemeClr val="accent2">
                    <a:lumMod val="75000"/>
                  </a:schemeClr>
                </a:solidFill>
              </a:rPr>
              <a:t>Business Problem / Objective</a:t>
            </a:r>
            <a:endParaRPr lang="en-US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925F1-1650-6B9F-711E-58439825E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036" y="1862877"/>
            <a:ext cx="8736813" cy="424050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Business Questions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en-CA" sz="18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Which categories, sub-categories, and products generate the most sales and profit, and which are underperforming?</a:t>
            </a:r>
          </a:p>
          <a:p>
            <a:pPr lvl="1">
              <a:buFont typeface="Wingdings" pitchFamily="2" charset="2"/>
              <a:buChar char="v"/>
            </a:pPr>
            <a:r>
              <a:rPr lang="en-CA" sz="18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How have sales and profit changed over time, and which years and regions perform best or worst?</a:t>
            </a:r>
          </a:p>
          <a:p>
            <a:pPr lvl="1">
              <a:buFont typeface="Wingdings" pitchFamily="2" charset="2"/>
              <a:buChar char="v"/>
            </a:pPr>
            <a:r>
              <a:rPr lang="en-CA" sz="18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What is the overall profit margin, and how does quantity sold relate to profitability?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Objectives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Identify top and bottom preforming products and regions.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Analyze growth trends to support strategic decisions.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Detect loss-making areas to optimize profit and business efficiency.</a:t>
            </a:r>
          </a:p>
        </p:txBody>
      </p:sp>
    </p:spTree>
    <p:extLst>
      <p:ext uri="{BB962C8B-B14F-4D97-AF65-F5344CB8AC3E}">
        <p14:creationId xmlns:p14="http://schemas.microsoft.com/office/powerpoint/2010/main" val="198550120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4457-1DD9-3743-E300-9F20B6AB1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028" y="628614"/>
            <a:ext cx="5989280" cy="730102"/>
          </a:xfrm>
        </p:spPr>
        <p:txBody>
          <a:bodyPr/>
          <a:lstStyle/>
          <a:p>
            <a:pPr algn="ctr"/>
            <a:r>
              <a:rPr lang="en-CA" u="sng" dirty="0">
                <a:solidFill>
                  <a:schemeClr val="accent2">
                    <a:lumMod val="75000"/>
                  </a:schemeClr>
                </a:solidFill>
              </a:rPr>
              <a:t>Methodology / Data Source</a:t>
            </a:r>
            <a:endParaRPr lang="en-US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97292-4104-4141-4513-28F776DF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70" y="1553120"/>
            <a:ext cx="8877441" cy="457873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Methodology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Data Cleaning and preparation in Power Querry (handled missing values/rows/columns, duplicates, irrelevant columns &amp; data types)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Built interactive Power BI Dashboard with different charts (bar, line, pie, area), maps, cards slicer &amp; tables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Applied analytical thinking to explore trends, compare profitability and identify insights.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Focused on product performance, regional trends, yearly growth, and profit analysis.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Data Source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Flip-Mart sales dataset excel sheet(50,000+ records) containing order details, products info, sales, profit, and many more.</a:t>
            </a:r>
          </a:p>
          <a:p>
            <a:pPr lvl="1">
              <a:buFont typeface="Wingdings" pitchFamily="2" charset="2"/>
              <a:buChar char="v"/>
            </a:pPr>
            <a:endParaRPr lang="en-US" sz="18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93444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2A516-04FF-BD11-7307-D6FD9F51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071" y="1178145"/>
            <a:ext cx="7392778" cy="783265"/>
          </a:xfrm>
        </p:spPr>
        <p:txBody>
          <a:bodyPr/>
          <a:lstStyle/>
          <a:p>
            <a:pPr algn="ctr"/>
            <a:r>
              <a:rPr lang="en-US" u="sng" dirty="0">
                <a:solidFill>
                  <a:schemeClr val="accent2">
                    <a:lumMod val="75000"/>
                  </a:schemeClr>
                </a:solidFill>
              </a:rPr>
              <a:t>Key Performance Indicators (KPIs)</a:t>
            </a:r>
          </a:p>
        </p:txBody>
      </p:sp>
      <p:pic>
        <p:nvPicPr>
          <p:cNvPr id="6" name="Picture 5" descr="A blue square with black letters&#10;&#10;AI-generated content may be incorrect.">
            <a:extLst>
              <a:ext uri="{FF2B5EF4-FFF2-40B4-BE49-F238E27FC236}">
                <a16:creationId xmlns:a16="http://schemas.microsoft.com/office/drawing/2014/main" id="{730B5DF2-1B41-0105-99A8-21DEB5652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79" y="4853615"/>
            <a:ext cx="8101961" cy="1290972"/>
          </a:xfrm>
          <a:prstGeom prst="rect">
            <a:avLst/>
          </a:prstGeom>
          <a:effectLst>
            <a:outerShdw blurRad="264099" dist="167460" dir="5400000" sx="90000" sy="90000" algn="ctr" rotWithShape="0">
              <a:schemeClr val="accent2">
                <a:lumMod val="50000"/>
                <a:alpha val="60000"/>
              </a:scheme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98B20-9EF7-B025-59A0-9909DFBE8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913" y="2405139"/>
            <a:ext cx="8850164" cy="230671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KPIs Story</a:t>
            </a:r>
          </a:p>
          <a:p>
            <a:pPr lvl="1"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Total Sales: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 Flip-Mart generated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$12.64M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in revenue from 51,290 orders.</a:t>
            </a:r>
          </a:p>
          <a:p>
            <a:pPr lvl="1"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Total Profit: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 The Business earned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$1.47M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, resulting in a profit margin of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11.63%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lvl="1"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Total Quantity Sold: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 Customers purchased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178K items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, averaging 3-4 items per order.</a:t>
            </a:r>
          </a:p>
          <a:p>
            <a:pPr lvl="1"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Average Order: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 Each order brought in roughly $246 in sales and $28.66 in profit.</a:t>
            </a:r>
          </a:p>
        </p:txBody>
      </p:sp>
    </p:spTree>
    <p:extLst>
      <p:ext uri="{BB962C8B-B14F-4D97-AF65-F5344CB8AC3E}">
        <p14:creationId xmlns:p14="http://schemas.microsoft.com/office/powerpoint/2010/main" val="1395480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180C8-7E4D-B6CB-AE8B-ED89D253C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816" y="170034"/>
            <a:ext cx="5505752" cy="910970"/>
          </a:xfrm>
        </p:spPr>
        <p:txBody>
          <a:bodyPr>
            <a:normAutofit fontScale="90000"/>
          </a:bodyPr>
          <a:lstStyle/>
          <a:p>
            <a:pPr algn="ctr"/>
            <a:r>
              <a:rPr lang="en-CA" sz="2800" u="sng" dirty="0">
                <a:solidFill>
                  <a:schemeClr val="accent2">
                    <a:lumMod val="75000"/>
                  </a:schemeClr>
                </a:solidFill>
              </a:rPr>
              <a:t>Sales &amp; Profit Distribution by Category &amp; Sub-Category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E075C-F7BD-590F-8422-22B0ABF57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1279"/>
            <a:ext cx="4238249" cy="25648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Phones generates high sales &amp; their profit trend follows the same growth (high-profit : high-sales).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Copiers have the high profit among all sub-categories.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Chairs &amp; Storage shows consistent profitability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Tables are the biggest loos-maker (high sales volume but -64K profit)</a:t>
            </a:r>
          </a:p>
        </p:txBody>
      </p:sp>
      <p:pic>
        <p:nvPicPr>
          <p:cNvPr id="7" name="Picture 6" descr="A graph showing sales and a variety of items&#10;&#10;AI-generated content may be incorrect.">
            <a:extLst>
              <a:ext uri="{FF2B5EF4-FFF2-40B4-BE49-F238E27FC236}">
                <a16:creationId xmlns:a16="http://schemas.microsoft.com/office/drawing/2014/main" id="{1D779157-5AE6-B8F7-C5A3-C4A2F9ED2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142" y="1495425"/>
            <a:ext cx="4888785" cy="2580116"/>
          </a:xfrm>
          <a:prstGeom prst="rect">
            <a:avLst/>
          </a:prstGeom>
        </p:spPr>
      </p:pic>
      <p:pic>
        <p:nvPicPr>
          <p:cNvPr id="17" name="Picture 16" descr="A blue pie chart with text&#10;&#10;AI-generated content may be incorrect.">
            <a:extLst>
              <a:ext uri="{FF2B5EF4-FFF2-40B4-BE49-F238E27FC236}">
                <a16:creationId xmlns:a16="http://schemas.microsoft.com/office/drawing/2014/main" id="{F5F0C077-9CEC-33CB-9EC3-745927251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23166"/>
            <a:ext cx="4238249" cy="25648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3E3CC84-120B-2FE0-E672-D41D83FAC570}"/>
              </a:ext>
            </a:extLst>
          </p:cNvPr>
          <p:cNvSpPr txBox="1"/>
          <p:nvPr/>
        </p:nvSpPr>
        <p:spPr>
          <a:xfrm>
            <a:off x="4695449" y="4474367"/>
            <a:ext cx="41513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Technology is out main profit driver – almost half of total profits came from this category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Furniture contributes the least – making it a low priority category for growth focus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Office-Supplies performs as a stable middle-tier category</a:t>
            </a:r>
          </a:p>
        </p:txBody>
      </p:sp>
    </p:spTree>
    <p:extLst>
      <p:ext uri="{BB962C8B-B14F-4D97-AF65-F5344CB8AC3E}">
        <p14:creationId xmlns:p14="http://schemas.microsoft.com/office/powerpoint/2010/main" val="3904623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2D95-44A2-4770-FFBF-4CBE27C27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915" y="630963"/>
            <a:ext cx="5501678" cy="706695"/>
          </a:xfrm>
        </p:spPr>
        <p:txBody>
          <a:bodyPr>
            <a:normAutofit/>
          </a:bodyPr>
          <a:lstStyle/>
          <a:p>
            <a:r>
              <a:rPr lang="en-CA" sz="3200" u="sng" dirty="0">
                <a:solidFill>
                  <a:schemeClr val="accent2">
                    <a:lumMod val="75000"/>
                  </a:schemeClr>
                </a:solidFill>
              </a:rPr>
              <a:t>Regional Profit Performance</a:t>
            </a:r>
            <a:endParaRPr lang="en-US" sz="3200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2" name="Picture 21" descr="A blue rectangular sign with black text&#10;&#10;AI-generated content may be incorrect.">
            <a:extLst>
              <a:ext uri="{FF2B5EF4-FFF2-40B4-BE49-F238E27FC236}">
                <a16:creationId xmlns:a16="http://schemas.microsoft.com/office/drawing/2014/main" id="{6D4FD15B-67D3-898F-287A-7091284CE6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7397" r="27527" b="-1"/>
          <a:stretch>
            <a:fillRect/>
          </a:stretch>
        </p:blipFill>
        <p:spPr>
          <a:xfrm>
            <a:off x="509136" y="10"/>
            <a:ext cx="3517876" cy="2282808"/>
          </a:xfrm>
          <a:custGeom>
            <a:avLst/>
            <a:gdLst/>
            <a:ahLst/>
            <a:cxnLst/>
            <a:rect l="l" t="t" r="r" b="b"/>
            <a:pathLst>
              <a:path w="3517876" h="2282818">
                <a:moveTo>
                  <a:pt x="339471" y="0"/>
                </a:moveTo>
                <a:lnTo>
                  <a:pt x="3517876" y="0"/>
                </a:lnTo>
                <a:lnTo>
                  <a:pt x="3471247" y="312174"/>
                </a:lnTo>
                <a:lnTo>
                  <a:pt x="3471133" y="312174"/>
                </a:lnTo>
                <a:lnTo>
                  <a:pt x="3176778" y="2282818"/>
                </a:lnTo>
                <a:lnTo>
                  <a:pt x="0" y="2282818"/>
                </a:lnTo>
                <a:close/>
              </a:path>
            </a:pathLst>
          </a:custGeom>
        </p:spPr>
      </p:pic>
      <p:pic>
        <p:nvPicPr>
          <p:cNvPr id="14" name="Picture 13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2C40AA45-D24D-E004-2039-99BA0A72E1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r="2593" b="1"/>
          <a:stretch>
            <a:fillRect/>
          </a:stretch>
        </p:blipFill>
        <p:spPr>
          <a:xfrm>
            <a:off x="169666" y="2289183"/>
            <a:ext cx="3514822" cy="2273270"/>
          </a:xfrm>
          <a:custGeom>
            <a:avLst/>
            <a:gdLst/>
            <a:ahLst/>
            <a:cxnLst/>
            <a:rect l="l" t="t" r="r" b="b"/>
            <a:pathLst>
              <a:path w="3514822" h="2273270">
                <a:moveTo>
                  <a:pt x="338051" y="0"/>
                </a:moveTo>
                <a:lnTo>
                  <a:pt x="3514822" y="0"/>
                </a:lnTo>
                <a:lnTo>
                  <a:pt x="3175264" y="2273270"/>
                </a:lnTo>
                <a:lnTo>
                  <a:pt x="0" y="2273270"/>
                </a:lnTo>
                <a:close/>
              </a:path>
            </a:pathLst>
          </a:custGeom>
        </p:spPr>
      </p:pic>
      <p:pic>
        <p:nvPicPr>
          <p:cNvPr id="18" name="Picture 17" descr="A map of a country&#10;&#10;AI-generated content may be incorrect.">
            <a:extLst>
              <a:ext uri="{FF2B5EF4-FFF2-40B4-BE49-F238E27FC236}">
                <a16:creationId xmlns:a16="http://schemas.microsoft.com/office/drawing/2014/main" id="{04D81912-79FC-29FD-5D34-E252CCD110B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15282" r="11163" b="2"/>
          <a:stretch>
            <a:fillRect/>
          </a:stretch>
        </p:blipFill>
        <p:spPr>
          <a:xfrm>
            <a:off x="-10633" y="4565636"/>
            <a:ext cx="3355563" cy="2292364"/>
          </a:xfrm>
          <a:custGeom>
            <a:avLst/>
            <a:gdLst/>
            <a:ahLst/>
            <a:cxnLst/>
            <a:rect l="l" t="t" r="r" b="b"/>
            <a:pathLst>
              <a:path w="3355563" h="2292364">
                <a:moveTo>
                  <a:pt x="180299" y="0"/>
                </a:moveTo>
                <a:lnTo>
                  <a:pt x="3355563" y="0"/>
                </a:lnTo>
                <a:lnTo>
                  <a:pt x="3013153" y="2292364"/>
                </a:lnTo>
                <a:lnTo>
                  <a:pt x="0" y="2292364"/>
                </a:lnTo>
                <a:lnTo>
                  <a:pt x="0" y="1212444"/>
                </a:lnTo>
                <a:close/>
              </a:path>
            </a:pathLst>
          </a:custGeom>
        </p:spPr>
      </p:pic>
      <p:sp>
        <p:nvSpPr>
          <p:cNvPr id="34" name="Isosceles Triangle 30">
            <a:extLst>
              <a:ext uri="{FF2B5EF4-FFF2-40B4-BE49-F238E27FC236}">
                <a16:creationId xmlns:a16="http://schemas.microsoft.com/office/drawing/2014/main" id="{601DBFE7-59F3-41F8-BC4E-83FB08639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63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5AC3254-FB46-4BDF-B7F2-2D039653A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232" y="2282818"/>
            <a:ext cx="32060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D6280CF-E187-4C89-97A6-CE354B277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2696" y="4565636"/>
            <a:ext cx="32060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0">
            <a:extLst>
              <a:ext uri="{FF2B5EF4-FFF2-40B4-BE49-F238E27FC236}">
                <a16:creationId xmlns:a16="http://schemas.microsoft.com/office/drawing/2014/main" id="{AB636136-2572-47F5-B45E-4AE6AD867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97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3D2FBA65-AAA4-4912-9D6F-F3189604C4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8447978"/>
              </p:ext>
            </p:extLst>
          </p:nvPr>
        </p:nvGraphicFramePr>
        <p:xfrm>
          <a:off x="3837193" y="1834427"/>
          <a:ext cx="5501679" cy="4392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1233310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AB76D0-8119-9939-1962-C953F80036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63" r="33213"/>
          <a:stretch>
            <a:fillRect/>
          </a:stretch>
        </p:blipFill>
        <p:spPr>
          <a:xfrm>
            <a:off x="6280879" y="-8468"/>
            <a:ext cx="5932033" cy="6866467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908540-83B1-5C71-7CBD-4849FCCF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504668"/>
            <a:ext cx="5233789" cy="1348623"/>
          </a:xfrm>
        </p:spPr>
        <p:txBody>
          <a:bodyPr>
            <a:normAutofit/>
          </a:bodyPr>
          <a:lstStyle/>
          <a:p>
            <a:r>
              <a:rPr lang="en-CA" u="sng" dirty="0">
                <a:solidFill>
                  <a:schemeClr val="accent2">
                    <a:lumMod val="75000"/>
                  </a:schemeClr>
                </a:solidFill>
              </a:rPr>
              <a:t>Sales &amp; Profit Trend Over Time</a:t>
            </a:r>
            <a:endParaRPr lang="en-US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0E364-44C0-7760-1A94-23745C2B6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699" y="2160589"/>
            <a:ext cx="6329668" cy="43370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CA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From Jan-2019 to Dec-2019 (pre-pandemic period) sales showed a strong expansion curve – with an average Monthly Growth Rate of ~14.8%. This early ramp-up built a very strong baseline before COVID disruption hit.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CA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Sales &amp; profit declined during the core pandemic period (Jan-2020 to Mar-2021), with only two temporary rebounds in June-2020 and Aug-2020.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CA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A strong recovery and momentum phase is visible from May-2021 to Dec-2021, driven by consumer demand normalization.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CA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2022 begins with a contraction (Jan-2022 to Aug-2022), likely due to inflation effects &amp; delayed purchasing behavior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CA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Profit peaks in September 2022 (~68K) – strongest monthly profitability across the entire timeline.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CA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Highest sales volume occurs in November 2022 (~555K+), aligned with seasonal peak buying period (per-holiday cycle).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30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86BB7-2EFC-D1B7-97BF-B0AF77E0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507" y="466557"/>
            <a:ext cx="5734352" cy="674914"/>
          </a:xfrm>
        </p:spPr>
        <p:txBody>
          <a:bodyPr>
            <a:normAutofit/>
          </a:bodyPr>
          <a:lstStyle/>
          <a:p>
            <a:pPr algn="ctr"/>
            <a:r>
              <a:rPr lang="en-CA" u="sng" dirty="0">
                <a:solidFill>
                  <a:schemeClr val="accent2">
                    <a:lumMod val="75000"/>
                  </a:schemeClr>
                </a:solidFill>
              </a:rPr>
              <a:t>Customer Segment Insight</a:t>
            </a:r>
            <a:endParaRPr lang="en-US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FF1C7-985C-DD91-582D-051F0C1D8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07" y="1662785"/>
            <a:ext cx="3916436" cy="44549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Customer segment is the primary revenue driver, contributing 51% of total profit ($0.75M) and 51% of total sales ($6.5M) – strongest customer base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Corporate segment delivers stable profitability at 30% share ($0.40M profit) on ~$3.8M sales, showing strong business-to-business demand.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Home Office is the smallest segment, generating 19% of profit ($0.30M) from $2.3M sales – presents moderate opportunity, but not a core driver.</a:t>
            </a:r>
          </a:p>
        </p:txBody>
      </p:sp>
      <p:pic>
        <p:nvPicPr>
          <p:cNvPr id="11" name="Picture 10" descr="A graph of sales&#10;&#10;AI-generated content may be incorrect.">
            <a:extLst>
              <a:ext uri="{FF2B5EF4-FFF2-40B4-BE49-F238E27FC236}">
                <a16:creationId xmlns:a16="http://schemas.microsoft.com/office/drawing/2014/main" id="{792C2341-F21B-5F7C-8F68-777A7D61E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102" y="1339367"/>
            <a:ext cx="4134951" cy="2470633"/>
          </a:xfrm>
          <a:prstGeom prst="rect">
            <a:avLst/>
          </a:prstGeom>
        </p:spPr>
      </p:pic>
      <p:pic>
        <p:nvPicPr>
          <p:cNvPr id="6" name="Picture 5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3467FBA7-35D2-1396-78CF-ADA222795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943" y="4205793"/>
            <a:ext cx="4038461" cy="231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7882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DF30A-54A4-2122-9CFA-2ECF4BA65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342" y="345195"/>
            <a:ext cx="7442097" cy="1098014"/>
          </a:xfrm>
        </p:spPr>
        <p:txBody>
          <a:bodyPr>
            <a:normAutofit/>
          </a:bodyPr>
          <a:lstStyle/>
          <a:p>
            <a:pPr algn="ctr"/>
            <a:r>
              <a:rPr lang="en-CA" sz="3000" u="sng" dirty="0">
                <a:solidFill>
                  <a:schemeClr val="accent2">
                    <a:lumMod val="75000"/>
                  </a:schemeClr>
                </a:solidFill>
              </a:rPr>
              <a:t>Overall Region, Category &amp; Time-based Performance Dashboard</a:t>
            </a:r>
            <a:endParaRPr lang="en-US" sz="3000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7" name="Content Placeholder 26" descr="A screenshot of a graph&#10;&#10;AI-generated content may be incorrect.">
            <a:extLst>
              <a:ext uri="{FF2B5EF4-FFF2-40B4-BE49-F238E27FC236}">
                <a16:creationId xmlns:a16="http://schemas.microsoft.com/office/drawing/2014/main" id="{0AA02823-1339-F0E2-813C-BE2E3FD68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565" y="1669573"/>
            <a:ext cx="8580384" cy="4821198"/>
          </a:xfrm>
        </p:spPr>
      </p:pic>
    </p:spTree>
    <p:extLst>
      <p:ext uri="{BB962C8B-B14F-4D97-AF65-F5344CB8AC3E}">
        <p14:creationId xmlns:p14="http://schemas.microsoft.com/office/powerpoint/2010/main" val="326202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CBAE-9547-41F0-F47C-6F667BD14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315" y="290112"/>
            <a:ext cx="6417529" cy="1064964"/>
          </a:xfrm>
        </p:spPr>
        <p:txBody>
          <a:bodyPr>
            <a:normAutofit/>
          </a:bodyPr>
          <a:lstStyle/>
          <a:p>
            <a:pPr algn="ctr"/>
            <a:r>
              <a:rPr lang="en-CA" sz="3000" u="sng" dirty="0">
                <a:solidFill>
                  <a:schemeClr val="accent2">
                    <a:lumMod val="75000"/>
                  </a:schemeClr>
                </a:solidFill>
              </a:rPr>
              <a:t>Customer Segment &amp; Shipping Mode Profitability Dashboard</a:t>
            </a:r>
            <a:endParaRPr lang="en-US" sz="3000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9AAE875-1F49-F17B-A015-4243C06E23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219" y="1580666"/>
            <a:ext cx="8565817" cy="4773703"/>
          </a:xfrm>
        </p:spPr>
      </p:pic>
    </p:spTree>
    <p:extLst>
      <p:ext uri="{BB962C8B-B14F-4D97-AF65-F5344CB8AC3E}">
        <p14:creationId xmlns:p14="http://schemas.microsoft.com/office/powerpoint/2010/main" val="2764561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0085-6D9F-4825-1CFD-B9C4B65EF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670" y="383307"/>
            <a:ext cx="7295040" cy="644109"/>
          </a:xfrm>
        </p:spPr>
        <p:txBody>
          <a:bodyPr>
            <a:normAutofit/>
          </a:bodyPr>
          <a:lstStyle/>
          <a:p>
            <a:pPr algn="ctr"/>
            <a:r>
              <a:rPr lang="en-CA" sz="2800" u="sng" dirty="0">
                <a:solidFill>
                  <a:schemeClr val="accent2">
                    <a:lumMod val="75000"/>
                  </a:schemeClr>
                </a:solidFill>
              </a:rPr>
              <a:t>Key Findings &amp; Strategic Recommendations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8DBB3-26B2-4188-EC0C-31CE382BE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155" y="1027415"/>
            <a:ext cx="9189332" cy="544727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Focus regionally action &gt; especially Western Africa + Western Asia. Use bundling + cross selling: phones + appliances Or phones + binder deal &gt; example: “Buy Phone &gt; get 30% off Binder Or “Buy Phone &gt; Storage free for first month (max limit)”. Start small – track margin &gt; scale only if profit turns positive.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Standard class holds the highest volume but does not give best profitability. First class + second class shows better profit ratio per shipment. Strategy – run a limited time upgrade scheme: “Pay Standard – Auto upgrade to first class for next 3 orders”. This increase the habit of using better margin shipping – without dropping base price.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Customer segment contributes the highest – both profit &amp; sales – so keep standard strategy same here. But home office is underperforming – very low participation. Best approach is to connect home office with corporate bundles: “Corporate annual contract – include 1 home office user plan free for 90 days”. This increase home office activation – without major marketing spend.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Western Europe &amp; Eastern US are the only 2 region where tables are deep negative. Stop Table-focused promotion in these 2 regions temporarily &amp; only taking pre orders or on demand with little over prices to maintain the profit will be best practice with this strategy of making them like ”Buy 2 get 1 free”.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Final Thought: Instead of pushing all products everywhere, we should reduce stock for negative-margin products in loss-making regions and redirect those same products toward regions where the product already preforms positively. Using this we can protect profit while keeping sales moving.</a:t>
            </a:r>
          </a:p>
        </p:txBody>
      </p:sp>
    </p:spTree>
    <p:extLst>
      <p:ext uri="{BB962C8B-B14F-4D97-AF65-F5344CB8AC3E}">
        <p14:creationId xmlns:p14="http://schemas.microsoft.com/office/powerpoint/2010/main" val="300091844"/>
      </p:ext>
    </p:extLst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5ED9D-7DF6-3A55-E1A7-DA507F599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05205"/>
            <a:ext cx="2442385" cy="788894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chemeClr val="accent2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4B609-0F0D-DE20-8439-97E7EAE23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2" y="1097281"/>
            <a:ext cx="8692579" cy="524973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en-US" sz="16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Profitability is uneven across regions – Western Europe &amp; southern Asia are the strongest levers 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Phones &amp; Copiers are proven margin-drivers -&gt; focus future promotion here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Tables &amp; western Africa are bleeding money -&gt; immediate cost control needed</a:t>
            </a:r>
          </a:p>
          <a:p>
            <a:pPr marL="0" indent="0">
              <a:buNone/>
            </a:pPr>
            <a:endParaRPr lang="en-US" sz="16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u="sng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Skills</a:t>
            </a:r>
            <a:endParaRPr lang="en-US" sz="1400" u="sng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Analytical thinking &amp; Problem-solving</a:t>
            </a:r>
          </a:p>
          <a:p>
            <a:pPr lvl="1">
              <a:buFont typeface="Wingdings" pitchFamily="2" charset="2"/>
              <a:buChar char="Ø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Data interpretation &amp; insight generation</a:t>
            </a:r>
          </a:p>
          <a:p>
            <a:pPr lvl="1">
              <a:buFont typeface="Wingdings" pitchFamily="2" charset="2"/>
              <a:buChar char="Ø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Trend analysis &amp; performance evaluation</a:t>
            </a:r>
          </a:p>
          <a:p>
            <a:pPr lvl="1">
              <a:buFont typeface="Wingdings" pitchFamily="2" charset="2"/>
              <a:buChar char="Ø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Visualization best practice</a:t>
            </a:r>
          </a:p>
          <a:p>
            <a:pPr>
              <a:buFont typeface="Wingdings" pitchFamily="2" charset="2"/>
              <a:buChar char="v"/>
            </a:pPr>
            <a:r>
              <a:rPr lang="en-US" sz="1600" u="sng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Tools</a:t>
            </a:r>
            <a:endParaRPr lang="en-US" sz="1400" u="sng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Power BI – Dashboard creation</a:t>
            </a:r>
          </a:p>
          <a:p>
            <a:pPr lvl="1">
              <a:buFont typeface="Wingdings" pitchFamily="2" charset="2"/>
              <a:buChar char="Ø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Power Query Editor – Data Preparation, shaping, Data Cleaning and Transformation</a:t>
            </a:r>
          </a:p>
          <a:p>
            <a:pPr>
              <a:buFont typeface="Wingdings" pitchFamily="2" charset="2"/>
              <a:buChar char="v"/>
            </a:pPr>
            <a:endParaRPr lang="en-US" sz="16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99C68-F2CC-AAB1-A6A4-EE9C17CCF2CA}"/>
              </a:ext>
            </a:extLst>
          </p:cNvPr>
          <p:cNvSpPr txBox="1"/>
          <p:nvPr/>
        </p:nvSpPr>
        <p:spPr>
          <a:xfrm>
            <a:off x="489399" y="6594438"/>
            <a:ext cx="23326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1" u="sng" dirty="0">
                <a:solidFill>
                  <a:schemeClr val="accent2">
                    <a:lumMod val="75000"/>
                  </a:schemeClr>
                </a:solidFill>
                <a:latin typeface="Avenir Next LT Pro" panose="020B0504020202020204" pitchFamily="34" charset="77"/>
              </a:rPr>
              <a:t>Copyright</a:t>
            </a:r>
            <a:r>
              <a:rPr lang="en-CA" sz="1100" b="1" i="1" u="sng" dirty="0">
                <a:solidFill>
                  <a:schemeClr val="accent2">
                    <a:lumMod val="75000"/>
                  </a:schemeClr>
                </a:solidFill>
                <a:latin typeface="Avenir Next LT Pro" panose="020B0504020202020204" pitchFamily="34" charset="77"/>
              </a:rPr>
              <a:t> </a:t>
            </a:r>
            <a:r>
              <a:rPr lang="en-US" sz="1100" b="1" i="1" u="sng" dirty="0">
                <a:solidFill>
                  <a:schemeClr val="accent2">
                    <a:lumMod val="75000"/>
                  </a:schemeClr>
                </a:solidFill>
                <a:latin typeface="Avenir Next LT Pro" panose="020B0504020202020204" pitchFamily="34" charset="77"/>
              </a:rPr>
              <a:t>Garv Dudy Nov 2025</a:t>
            </a:r>
          </a:p>
        </p:txBody>
      </p:sp>
    </p:spTree>
    <p:extLst>
      <p:ext uri="{BB962C8B-B14F-4D97-AF65-F5344CB8AC3E}">
        <p14:creationId xmlns:p14="http://schemas.microsoft.com/office/powerpoint/2010/main" val="13845162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1006</TotalTime>
  <Words>1153</Words>
  <Application>Microsoft Macintosh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Avenir Next LT Pro</vt:lpstr>
      <vt:lpstr>Century Gothic</vt:lpstr>
      <vt:lpstr>Trebuchet MS</vt:lpstr>
      <vt:lpstr>Wingdings</vt:lpstr>
      <vt:lpstr>Wingdings 3</vt:lpstr>
      <vt:lpstr>Facet</vt:lpstr>
      <vt:lpstr>Flip-Mart Retail Sales Analytics &amp; Profitability Study</vt:lpstr>
      <vt:lpstr>Executive Summary</vt:lpstr>
      <vt:lpstr>Business Problem / Objective</vt:lpstr>
      <vt:lpstr>Methodology / Data Source</vt:lpstr>
      <vt:lpstr>Key Performance Indicators (KPIs)</vt:lpstr>
      <vt:lpstr>Sales &amp; Profit Distribution by Category &amp; Sub-Category</vt:lpstr>
      <vt:lpstr>Regional Profit Performance</vt:lpstr>
      <vt:lpstr>Sales &amp; Profit Trend Over Time</vt:lpstr>
      <vt:lpstr>Customer Segment Insight</vt:lpstr>
      <vt:lpstr>Overall Region, Category &amp; Time-based Performance Dashboard</vt:lpstr>
      <vt:lpstr>Customer Segment &amp; Shipping Mode Profitability Dashboard</vt:lpstr>
      <vt:lpstr>Key Findings &amp; Strategic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Garv .</dc:creator>
  <cp:lastModifiedBy>Garv .</cp:lastModifiedBy>
  <cp:revision>5</cp:revision>
  <dcterms:created xsi:type="dcterms:W3CDTF">2025-11-02T22:35:50Z</dcterms:created>
  <dcterms:modified xsi:type="dcterms:W3CDTF">2025-11-06T23:39:57Z</dcterms:modified>
</cp:coreProperties>
</file>